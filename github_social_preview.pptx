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</p:sldIdLst>
  <p:sldSz cy="6096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920">
          <p15:clr>
            <a:srgbClr val="747775"/>
          </p15:clr>
        </p15:guide>
        <p15:guide id="2" pos="38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92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95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a6c46ff200_0_13:notes"/>
          <p:cNvSpPr/>
          <p:nvPr>
            <p:ph idx="2" type="sldImg"/>
          </p:nvPr>
        </p:nvSpPr>
        <p:spPr>
          <a:xfrm>
            <a:off x="295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a6c46ff20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a6c5e41d24_0_5:notes"/>
          <p:cNvSpPr/>
          <p:nvPr>
            <p:ph idx="2" type="sldImg"/>
          </p:nvPr>
        </p:nvSpPr>
        <p:spPr>
          <a:xfrm>
            <a:off x="295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a6c5e41d2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415611" y="882459"/>
            <a:ext cx="11360700" cy="24327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1pPr>
            <a:lvl2pPr lvl="1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2pPr>
            <a:lvl3pPr lvl="2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3pPr>
            <a:lvl4pPr lvl="3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4pPr>
            <a:lvl5pPr lvl="4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5pPr>
            <a:lvl6pPr lvl="5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6pPr>
            <a:lvl7pPr lvl="6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7pPr>
            <a:lvl8pPr lvl="7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8pPr>
            <a:lvl9pPr lvl="8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415600" y="3358963"/>
            <a:ext cx="11360700" cy="9393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415600" y="2549156"/>
            <a:ext cx="11360700" cy="9978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1pPr>
            <a:lvl2pPr lvl="1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2pPr>
            <a:lvl3pPr lvl="2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3pPr>
            <a:lvl4pPr lvl="3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4pPr>
            <a:lvl5pPr lvl="4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5pPr>
            <a:lvl6pPr lvl="5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6pPr>
            <a:lvl7pPr lvl="6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7pPr>
            <a:lvl8pPr lvl="7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8pPr>
            <a:lvl9pPr lvl="8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415600" y="1365896"/>
            <a:ext cx="11360700" cy="40491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75355" lvl="0" marL="457200">
              <a:spcBef>
                <a:spcPts val="0"/>
              </a:spcBef>
              <a:spcAft>
                <a:spcPts val="0"/>
              </a:spcAft>
              <a:buSzPts val="2311"/>
              <a:buChar char="●"/>
              <a:defRPr sz="2311"/>
            </a:lvl1pPr>
            <a:lvl2pPr indent="-342743" lvl="1" marL="9144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2pPr>
            <a:lvl3pPr indent="-342743" lvl="2" marL="13716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3pPr>
            <a:lvl4pPr indent="-342743" lvl="3" marL="18288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4pPr>
            <a:lvl5pPr indent="-342743" lvl="4" marL="22860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5pPr>
            <a:lvl6pPr indent="-342743" lvl="5" marL="27432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6pPr>
            <a:lvl7pPr indent="-342743" lvl="6" marL="32004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7pPr>
            <a:lvl8pPr indent="-342743" lvl="7" marL="36576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8pPr>
            <a:lvl9pPr indent="-342743" lvl="8" marL="41148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415600" y="1365896"/>
            <a:ext cx="5333100" cy="40491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42743" lvl="0" marL="4572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1pPr>
            <a:lvl2pPr indent="-326437" lvl="1" marL="9144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2pPr>
            <a:lvl3pPr indent="-326436" lvl="2" marL="13716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3pPr>
            <a:lvl4pPr indent="-326436" lvl="3" marL="18288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4pPr>
            <a:lvl5pPr indent="-326437" lvl="4" marL="22860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5pPr>
            <a:lvl6pPr indent="-326437" lvl="5" marL="27432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6pPr>
            <a:lvl7pPr indent="-326437" lvl="6" marL="32004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7pPr>
            <a:lvl8pPr indent="-326437" lvl="7" marL="36576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8pPr>
            <a:lvl9pPr indent="-326437" lvl="8" marL="41148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6443200" y="1365896"/>
            <a:ext cx="5333100" cy="40491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42743" lvl="0" marL="4572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1pPr>
            <a:lvl2pPr indent="-326437" lvl="1" marL="9144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2pPr>
            <a:lvl3pPr indent="-326436" lvl="2" marL="13716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3pPr>
            <a:lvl4pPr indent="-326436" lvl="3" marL="18288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4pPr>
            <a:lvl5pPr indent="-326437" lvl="4" marL="22860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5pPr>
            <a:lvl6pPr indent="-326437" lvl="5" marL="27432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6pPr>
            <a:lvl7pPr indent="-326437" lvl="6" marL="32004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7pPr>
            <a:lvl8pPr indent="-326437" lvl="7" marL="36576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8pPr>
            <a:lvl9pPr indent="-326437" lvl="8" marL="41148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415600" y="658489"/>
            <a:ext cx="3744000" cy="8955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1pPr>
            <a:lvl2pPr lvl="1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2pPr>
            <a:lvl3pPr lvl="2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3pPr>
            <a:lvl4pPr lvl="3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4pPr>
            <a:lvl5pPr lvl="4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5pPr>
            <a:lvl6pPr lvl="5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6pPr>
            <a:lvl7pPr lvl="6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7pPr>
            <a:lvl8pPr lvl="7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8pPr>
            <a:lvl9pPr lvl="8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15600" y="1646933"/>
            <a:ext cx="3744000" cy="37683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26437" lvl="0" marL="4572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1pPr>
            <a:lvl2pPr indent="-326437" lvl="1" marL="9144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2pPr>
            <a:lvl3pPr indent="-326436" lvl="2" marL="13716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3pPr>
            <a:lvl4pPr indent="-326436" lvl="3" marL="18288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4pPr>
            <a:lvl5pPr indent="-326437" lvl="4" marL="22860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5pPr>
            <a:lvl6pPr indent="-326437" lvl="5" marL="27432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6pPr>
            <a:lvl7pPr indent="-326437" lvl="6" marL="32004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7pPr>
            <a:lvl8pPr indent="-326437" lvl="7" marL="36576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8pPr>
            <a:lvl9pPr indent="-326437" lvl="8" marL="41148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653667" y="533511"/>
            <a:ext cx="8490300" cy="48483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1pPr>
            <a:lvl2pPr lvl="1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2pPr>
            <a:lvl3pPr lvl="2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3pPr>
            <a:lvl4pPr lvl="3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4pPr>
            <a:lvl5pPr lvl="4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5pPr>
            <a:lvl6pPr lvl="5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6pPr>
            <a:lvl7pPr lvl="6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7pPr>
            <a:lvl8pPr lvl="7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8pPr>
            <a:lvl9pPr lvl="8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48"/>
            <a:ext cx="6096000" cy="609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17375" lIns="117375" spcFirstLastPara="1" rIns="117375" wrap="square" tIns="1173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354000" y="1461541"/>
            <a:ext cx="5393700" cy="17568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1pPr>
            <a:lvl2pPr lvl="1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2pPr>
            <a:lvl3pPr lvl="2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3pPr>
            <a:lvl4pPr lvl="3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4pPr>
            <a:lvl5pPr lvl="4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5pPr>
            <a:lvl6pPr lvl="5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6pPr>
            <a:lvl7pPr lvl="6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7pPr>
            <a:lvl8pPr lvl="7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8pPr>
            <a:lvl9pPr lvl="8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354000" y="3322163"/>
            <a:ext cx="5393700" cy="14637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6586000" y="858163"/>
            <a:ext cx="5115900" cy="43794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indent="-375355" lvl="0" marL="457200">
              <a:spcBef>
                <a:spcPts val="0"/>
              </a:spcBef>
              <a:spcAft>
                <a:spcPts val="0"/>
              </a:spcAft>
              <a:buSzPts val="2311"/>
              <a:buChar char="●"/>
              <a:defRPr sz="2311"/>
            </a:lvl1pPr>
            <a:lvl2pPr indent="-342743" lvl="1" marL="9144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2pPr>
            <a:lvl3pPr indent="-342743" lvl="2" marL="13716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3pPr>
            <a:lvl4pPr indent="-342743" lvl="3" marL="18288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4pPr>
            <a:lvl5pPr indent="-342743" lvl="4" marL="22860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5pPr>
            <a:lvl6pPr indent="-342743" lvl="5" marL="27432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6pPr>
            <a:lvl7pPr indent="-342743" lvl="6" marL="32004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7pPr>
            <a:lvl8pPr indent="-342743" lvl="7" marL="36576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8pPr>
            <a:lvl9pPr indent="-342743" lvl="8" marL="41148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15600" y="5014015"/>
            <a:ext cx="7998300" cy="7173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11"/>
              <a:buNone/>
              <a:defRPr sz="2311"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415600" y="1310963"/>
            <a:ext cx="11360700" cy="23271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1pPr>
            <a:lvl2pPr lvl="1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2pPr>
            <a:lvl3pPr lvl="2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3pPr>
            <a:lvl4pPr lvl="3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4pPr>
            <a:lvl5pPr lvl="4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5pPr>
            <a:lvl6pPr lvl="5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6pPr>
            <a:lvl7pPr lvl="6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7pPr>
            <a:lvl8pPr lvl="7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8pPr>
            <a:lvl9pPr lvl="8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415600" y="3735970"/>
            <a:ext cx="11360700" cy="15417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75355" lvl="0" marL="457200" algn="ctr">
              <a:spcBef>
                <a:spcPts val="0"/>
              </a:spcBef>
              <a:spcAft>
                <a:spcPts val="0"/>
              </a:spcAft>
              <a:buSzPts val="2311"/>
              <a:buChar char="●"/>
              <a:defRPr sz="2311"/>
            </a:lvl1pPr>
            <a:lvl2pPr indent="-342743" lvl="1" marL="914400" algn="ctr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2pPr>
            <a:lvl3pPr indent="-342743" lvl="2" marL="1371600" algn="ctr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3pPr>
            <a:lvl4pPr indent="-342743" lvl="3" marL="1828800" algn="ctr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4pPr>
            <a:lvl5pPr indent="-342743" lvl="4" marL="2286000" algn="ctr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5pPr>
            <a:lvl6pPr indent="-342743" lvl="5" marL="2743200" algn="ctr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6pPr>
            <a:lvl7pPr indent="-342743" lvl="6" marL="3200400" algn="ctr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7pPr>
            <a:lvl8pPr indent="-342743" lvl="7" marL="3657600" algn="ctr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8pPr>
            <a:lvl9pPr indent="-342743" lvl="8" marL="4114800" algn="ctr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600" y="1365896"/>
            <a:ext cx="11360700" cy="40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75355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11"/>
              <a:buChar char="●"/>
              <a:defRPr sz="2311">
                <a:solidFill>
                  <a:schemeClr val="dk2"/>
                </a:solidFill>
              </a:defRPr>
            </a:lvl1pPr>
            <a:lvl2pPr indent="-342743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○"/>
              <a:defRPr sz="1797">
                <a:solidFill>
                  <a:schemeClr val="dk2"/>
                </a:solidFill>
              </a:defRPr>
            </a:lvl2pPr>
            <a:lvl3pPr indent="-342743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■"/>
              <a:defRPr sz="1797">
                <a:solidFill>
                  <a:schemeClr val="dk2"/>
                </a:solidFill>
              </a:defRPr>
            </a:lvl3pPr>
            <a:lvl4pPr indent="-342743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●"/>
              <a:defRPr sz="1797">
                <a:solidFill>
                  <a:schemeClr val="dk2"/>
                </a:solidFill>
              </a:defRPr>
            </a:lvl4pPr>
            <a:lvl5pPr indent="-342743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○"/>
              <a:defRPr sz="1797">
                <a:solidFill>
                  <a:schemeClr val="dk2"/>
                </a:solidFill>
              </a:defRPr>
            </a:lvl5pPr>
            <a:lvl6pPr indent="-342743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■"/>
              <a:defRPr sz="1797">
                <a:solidFill>
                  <a:schemeClr val="dk2"/>
                </a:solidFill>
              </a:defRPr>
            </a:lvl6pPr>
            <a:lvl7pPr indent="-342743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●"/>
              <a:defRPr sz="1797">
                <a:solidFill>
                  <a:schemeClr val="dk2"/>
                </a:solidFill>
              </a:defRPr>
            </a:lvl7pPr>
            <a:lvl8pPr indent="-342743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○"/>
              <a:defRPr sz="1797">
                <a:solidFill>
                  <a:schemeClr val="dk2"/>
                </a:solidFill>
              </a:defRPr>
            </a:lvl8pPr>
            <a:lvl9pPr indent="-342743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■"/>
              <a:defRPr sz="1797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 algn="r">
              <a:buNone/>
              <a:defRPr sz="1283">
                <a:solidFill>
                  <a:schemeClr val="dk2"/>
                </a:solidFill>
              </a:defRPr>
            </a:lvl1pPr>
            <a:lvl2pPr lvl="1" algn="r">
              <a:buNone/>
              <a:defRPr sz="1283">
                <a:solidFill>
                  <a:schemeClr val="dk2"/>
                </a:solidFill>
              </a:defRPr>
            </a:lvl2pPr>
            <a:lvl3pPr lvl="2" algn="r">
              <a:buNone/>
              <a:defRPr sz="1283">
                <a:solidFill>
                  <a:schemeClr val="dk2"/>
                </a:solidFill>
              </a:defRPr>
            </a:lvl3pPr>
            <a:lvl4pPr lvl="3" algn="r">
              <a:buNone/>
              <a:defRPr sz="1283">
                <a:solidFill>
                  <a:schemeClr val="dk2"/>
                </a:solidFill>
              </a:defRPr>
            </a:lvl4pPr>
            <a:lvl5pPr lvl="4" algn="r">
              <a:buNone/>
              <a:defRPr sz="1283">
                <a:solidFill>
                  <a:schemeClr val="dk2"/>
                </a:solidFill>
              </a:defRPr>
            </a:lvl5pPr>
            <a:lvl6pPr lvl="5" algn="r">
              <a:buNone/>
              <a:defRPr sz="1283">
                <a:solidFill>
                  <a:schemeClr val="dk2"/>
                </a:solidFill>
              </a:defRPr>
            </a:lvl6pPr>
            <a:lvl7pPr lvl="6" algn="r">
              <a:buNone/>
              <a:defRPr sz="1283">
                <a:solidFill>
                  <a:schemeClr val="dk2"/>
                </a:solidFill>
              </a:defRPr>
            </a:lvl7pPr>
            <a:lvl8pPr lvl="7" algn="r">
              <a:buNone/>
              <a:defRPr sz="1283">
                <a:solidFill>
                  <a:schemeClr val="dk2"/>
                </a:solidFill>
              </a:defRPr>
            </a:lvl8pPr>
            <a:lvl9pPr lvl="8" algn="r">
              <a:buNone/>
              <a:defRPr sz="1283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12192000" cy="6096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/>
          <p:nvPr/>
        </p:nvSpPr>
        <p:spPr>
          <a:xfrm>
            <a:off x="746700" y="762000"/>
            <a:ext cx="10698600" cy="4572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3"/>
          <p:cNvSpPr/>
          <p:nvPr/>
        </p:nvSpPr>
        <p:spPr>
          <a:xfrm>
            <a:off x="2557200" y="2074800"/>
            <a:ext cx="7077600" cy="19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/>
              <a:t>TEMPLATE</a:t>
            </a:r>
            <a:endParaRPr sz="9600"/>
          </a:p>
        </p:txBody>
      </p:sp>
      <p:sp>
        <p:nvSpPr>
          <p:cNvPr id="57" name="Google Shape;57;p13"/>
          <p:cNvSpPr/>
          <p:nvPr/>
        </p:nvSpPr>
        <p:spPr>
          <a:xfrm>
            <a:off x="1246500" y="1188550"/>
            <a:ext cx="1165800" cy="1159500"/>
          </a:xfrm>
          <a:prstGeom prst="smileyFace">
            <a:avLst>
              <a:gd fmla="val 4653" name="adj"/>
            </a:avLst>
          </a:prstGeom>
          <a:solidFill>
            <a:schemeClr val="accent6"/>
          </a:solidFill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3"/>
          <p:cNvSpPr/>
          <p:nvPr/>
        </p:nvSpPr>
        <p:spPr>
          <a:xfrm>
            <a:off x="9639175" y="3714750"/>
            <a:ext cx="1200900" cy="1143000"/>
          </a:xfrm>
          <a:prstGeom prst="heart">
            <a:avLst/>
          </a:prstGeom>
          <a:solidFill>
            <a:srgbClr val="FF00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