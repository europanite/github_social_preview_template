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096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95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6c46ff200_0_13:notes"/>
          <p:cNvSpPr/>
          <p:nvPr>
            <p:ph idx="2" type="sldImg"/>
          </p:nvPr>
        </p:nvSpPr>
        <p:spPr>
          <a:xfrm>
            <a:off x="295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6c46ff20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6c5e41d24_0_5:notes"/>
          <p:cNvSpPr/>
          <p:nvPr>
            <p:ph idx="2" type="sldImg"/>
          </p:nvPr>
        </p:nvSpPr>
        <p:spPr>
          <a:xfrm>
            <a:off x="295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6c5e41d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882459"/>
            <a:ext cx="11360700" cy="2432700"/>
          </a:xfrm>
          <a:prstGeom prst="rect">
            <a:avLst/>
          </a:prstGeom>
        </p:spPr>
        <p:txBody>
          <a:bodyPr anchorCtr="0" anchor="b" bIns="117375" lIns="117375" spcFirstLastPara="1" rIns="117375" wrap="square" tIns="117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77"/>
              <a:buNone/>
              <a:defRPr sz="6676"/>
            </a:lvl1pPr>
            <a:lvl2pPr lvl="1" algn="ctr">
              <a:spcBef>
                <a:spcPts val="0"/>
              </a:spcBef>
              <a:spcAft>
                <a:spcPts val="0"/>
              </a:spcAft>
              <a:buSzPts val="6677"/>
              <a:buNone/>
              <a:defRPr sz="6676"/>
            </a:lvl2pPr>
            <a:lvl3pPr lvl="2" algn="ctr">
              <a:spcBef>
                <a:spcPts val="0"/>
              </a:spcBef>
              <a:spcAft>
                <a:spcPts val="0"/>
              </a:spcAft>
              <a:buSzPts val="6677"/>
              <a:buNone/>
              <a:defRPr sz="6676"/>
            </a:lvl3pPr>
            <a:lvl4pPr lvl="3" algn="ctr">
              <a:spcBef>
                <a:spcPts val="0"/>
              </a:spcBef>
              <a:spcAft>
                <a:spcPts val="0"/>
              </a:spcAft>
              <a:buSzPts val="6677"/>
              <a:buNone/>
              <a:defRPr sz="6676"/>
            </a:lvl4pPr>
            <a:lvl5pPr lvl="4" algn="ctr">
              <a:spcBef>
                <a:spcPts val="0"/>
              </a:spcBef>
              <a:spcAft>
                <a:spcPts val="0"/>
              </a:spcAft>
              <a:buSzPts val="6677"/>
              <a:buNone/>
              <a:defRPr sz="6676"/>
            </a:lvl5pPr>
            <a:lvl6pPr lvl="5" algn="ctr">
              <a:spcBef>
                <a:spcPts val="0"/>
              </a:spcBef>
              <a:spcAft>
                <a:spcPts val="0"/>
              </a:spcAft>
              <a:buSzPts val="6677"/>
              <a:buNone/>
              <a:defRPr sz="6676"/>
            </a:lvl6pPr>
            <a:lvl7pPr lvl="6" algn="ctr">
              <a:spcBef>
                <a:spcPts val="0"/>
              </a:spcBef>
              <a:spcAft>
                <a:spcPts val="0"/>
              </a:spcAft>
              <a:buSzPts val="6677"/>
              <a:buNone/>
              <a:defRPr sz="6676"/>
            </a:lvl7pPr>
            <a:lvl8pPr lvl="7" algn="ctr">
              <a:spcBef>
                <a:spcPts val="0"/>
              </a:spcBef>
              <a:spcAft>
                <a:spcPts val="0"/>
              </a:spcAft>
              <a:buSzPts val="6677"/>
              <a:buNone/>
              <a:defRPr sz="6676"/>
            </a:lvl8pPr>
            <a:lvl9pPr lvl="8" algn="ctr">
              <a:spcBef>
                <a:spcPts val="0"/>
              </a:spcBef>
              <a:spcAft>
                <a:spcPts val="0"/>
              </a:spcAft>
              <a:buSzPts val="6677"/>
              <a:buNone/>
              <a:defRPr sz="6676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358963"/>
            <a:ext cx="11360700" cy="939300"/>
          </a:xfrm>
          <a:prstGeom prst="rect">
            <a:avLst/>
          </a:prstGeom>
        </p:spPr>
        <p:txBody>
          <a:bodyPr anchorCtr="0" anchor="t" bIns="117375" lIns="117375" spcFirstLastPara="1" rIns="117375" wrap="square" tIns="117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549156"/>
            <a:ext cx="11360700" cy="9978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22"/>
              <a:buNone/>
              <a:defRPr sz="4622"/>
            </a:lvl1pPr>
            <a:lvl2pPr lvl="1" algn="ctr">
              <a:spcBef>
                <a:spcPts val="0"/>
              </a:spcBef>
              <a:spcAft>
                <a:spcPts val="0"/>
              </a:spcAft>
              <a:buSzPts val="4622"/>
              <a:buNone/>
              <a:defRPr sz="4622"/>
            </a:lvl2pPr>
            <a:lvl3pPr lvl="2" algn="ctr">
              <a:spcBef>
                <a:spcPts val="0"/>
              </a:spcBef>
              <a:spcAft>
                <a:spcPts val="0"/>
              </a:spcAft>
              <a:buSzPts val="4622"/>
              <a:buNone/>
              <a:defRPr sz="4622"/>
            </a:lvl3pPr>
            <a:lvl4pPr lvl="3" algn="ctr">
              <a:spcBef>
                <a:spcPts val="0"/>
              </a:spcBef>
              <a:spcAft>
                <a:spcPts val="0"/>
              </a:spcAft>
              <a:buSzPts val="4622"/>
              <a:buNone/>
              <a:defRPr sz="4622"/>
            </a:lvl4pPr>
            <a:lvl5pPr lvl="4" algn="ctr">
              <a:spcBef>
                <a:spcPts val="0"/>
              </a:spcBef>
              <a:spcAft>
                <a:spcPts val="0"/>
              </a:spcAft>
              <a:buSzPts val="4622"/>
              <a:buNone/>
              <a:defRPr sz="4622"/>
            </a:lvl5pPr>
            <a:lvl6pPr lvl="5" algn="ctr">
              <a:spcBef>
                <a:spcPts val="0"/>
              </a:spcBef>
              <a:spcAft>
                <a:spcPts val="0"/>
              </a:spcAft>
              <a:buSzPts val="4622"/>
              <a:buNone/>
              <a:defRPr sz="4622"/>
            </a:lvl6pPr>
            <a:lvl7pPr lvl="6" algn="ctr">
              <a:spcBef>
                <a:spcPts val="0"/>
              </a:spcBef>
              <a:spcAft>
                <a:spcPts val="0"/>
              </a:spcAft>
              <a:buSzPts val="4622"/>
              <a:buNone/>
              <a:defRPr sz="4622"/>
            </a:lvl7pPr>
            <a:lvl8pPr lvl="7" algn="ctr">
              <a:spcBef>
                <a:spcPts val="0"/>
              </a:spcBef>
              <a:spcAft>
                <a:spcPts val="0"/>
              </a:spcAft>
              <a:buSzPts val="4622"/>
              <a:buNone/>
              <a:defRPr sz="4622"/>
            </a:lvl8pPr>
            <a:lvl9pPr lvl="8" algn="ctr">
              <a:spcBef>
                <a:spcPts val="0"/>
              </a:spcBef>
              <a:spcAft>
                <a:spcPts val="0"/>
              </a:spcAft>
              <a:buSzPts val="4622"/>
              <a:buNone/>
              <a:defRPr sz="4622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27437"/>
            <a:ext cx="11360700" cy="678900"/>
          </a:xfrm>
          <a:prstGeom prst="rect">
            <a:avLst/>
          </a:prstGeom>
        </p:spPr>
        <p:txBody>
          <a:bodyPr anchorCtr="0" anchor="t" bIns="117375" lIns="117375" spcFirstLastPara="1" rIns="117375" wrap="square" tIns="117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1pPr>
            <a:lvl2pPr lvl="1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2pPr>
            <a:lvl3pPr lvl="2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3pPr>
            <a:lvl4pPr lvl="3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4pPr>
            <a:lvl5pPr lvl="4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5pPr>
            <a:lvl6pPr lvl="5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6pPr>
            <a:lvl7pPr lvl="6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7pPr>
            <a:lvl8pPr lvl="7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8pPr>
            <a:lvl9pPr lvl="8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365896"/>
            <a:ext cx="11360700" cy="4049100"/>
          </a:xfrm>
          <a:prstGeom prst="rect">
            <a:avLst/>
          </a:prstGeom>
        </p:spPr>
        <p:txBody>
          <a:bodyPr anchorCtr="0" anchor="t" bIns="117375" lIns="117375" spcFirstLastPara="1" rIns="117375" wrap="square" tIns="117375">
            <a:normAutofit/>
          </a:bodyPr>
          <a:lstStyle>
            <a:lvl1pPr indent="-375355" lvl="0" marL="457200">
              <a:spcBef>
                <a:spcPts val="0"/>
              </a:spcBef>
              <a:spcAft>
                <a:spcPts val="0"/>
              </a:spcAft>
              <a:buSzPts val="2311"/>
              <a:buChar char="●"/>
              <a:defRPr sz="2311"/>
            </a:lvl1pPr>
            <a:lvl2pPr indent="-342743" lvl="1" marL="914400">
              <a:spcBef>
                <a:spcPts val="0"/>
              </a:spcBef>
              <a:spcAft>
                <a:spcPts val="0"/>
              </a:spcAft>
              <a:buSzPts val="1798"/>
              <a:buChar char="○"/>
              <a:defRPr sz="1797"/>
            </a:lvl2pPr>
            <a:lvl3pPr indent="-342743" lvl="2" marL="1371600">
              <a:spcBef>
                <a:spcPts val="0"/>
              </a:spcBef>
              <a:spcAft>
                <a:spcPts val="0"/>
              </a:spcAft>
              <a:buSzPts val="1798"/>
              <a:buChar char="■"/>
              <a:defRPr sz="1797"/>
            </a:lvl3pPr>
            <a:lvl4pPr indent="-342743" lvl="3" marL="1828800">
              <a:spcBef>
                <a:spcPts val="0"/>
              </a:spcBef>
              <a:spcAft>
                <a:spcPts val="0"/>
              </a:spcAft>
              <a:buSzPts val="1798"/>
              <a:buChar char="●"/>
              <a:defRPr sz="1797"/>
            </a:lvl4pPr>
            <a:lvl5pPr indent="-342743" lvl="4" marL="2286000">
              <a:spcBef>
                <a:spcPts val="0"/>
              </a:spcBef>
              <a:spcAft>
                <a:spcPts val="0"/>
              </a:spcAft>
              <a:buSzPts val="1798"/>
              <a:buChar char="○"/>
              <a:defRPr sz="1797"/>
            </a:lvl5pPr>
            <a:lvl6pPr indent="-342743" lvl="5" marL="2743200">
              <a:spcBef>
                <a:spcPts val="0"/>
              </a:spcBef>
              <a:spcAft>
                <a:spcPts val="0"/>
              </a:spcAft>
              <a:buSzPts val="1798"/>
              <a:buChar char="■"/>
              <a:defRPr sz="1797"/>
            </a:lvl6pPr>
            <a:lvl7pPr indent="-342743" lvl="6" marL="3200400">
              <a:spcBef>
                <a:spcPts val="0"/>
              </a:spcBef>
              <a:spcAft>
                <a:spcPts val="0"/>
              </a:spcAft>
              <a:buSzPts val="1798"/>
              <a:buChar char="●"/>
              <a:defRPr sz="1797"/>
            </a:lvl7pPr>
            <a:lvl8pPr indent="-342743" lvl="7" marL="3657600">
              <a:spcBef>
                <a:spcPts val="0"/>
              </a:spcBef>
              <a:spcAft>
                <a:spcPts val="0"/>
              </a:spcAft>
              <a:buSzPts val="1798"/>
              <a:buChar char="○"/>
              <a:defRPr sz="1797"/>
            </a:lvl8pPr>
            <a:lvl9pPr indent="-342743" lvl="8" marL="4114800">
              <a:spcBef>
                <a:spcPts val="0"/>
              </a:spcBef>
              <a:spcAft>
                <a:spcPts val="0"/>
              </a:spcAft>
              <a:buSzPts val="1798"/>
              <a:buChar char="■"/>
              <a:defRPr sz="179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27437"/>
            <a:ext cx="11360700" cy="678900"/>
          </a:xfrm>
          <a:prstGeom prst="rect">
            <a:avLst/>
          </a:prstGeom>
        </p:spPr>
        <p:txBody>
          <a:bodyPr anchorCtr="0" anchor="t" bIns="117375" lIns="117375" spcFirstLastPara="1" rIns="117375" wrap="square" tIns="117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1pPr>
            <a:lvl2pPr lvl="1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2pPr>
            <a:lvl3pPr lvl="2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3pPr>
            <a:lvl4pPr lvl="3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4pPr>
            <a:lvl5pPr lvl="4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5pPr>
            <a:lvl6pPr lvl="5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6pPr>
            <a:lvl7pPr lvl="6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7pPr>
            <a:lvl8pPr lvl="7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8pPr>
            <a:lvl9pPr lvl="8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365896"/>
            <a:ext cx="5333100" cy="4049100"/>
          </a:xfrm>
          <a:prstGeom prst="rect">
            <a:avLst/>
          </a:prstGeom>
        </p:spPr>
        <p:txBody>
          <a:bodyPr anchorCtr="0" anchor="t" bIns="117375" lIns="117375" spcFirstLastPara="1" rIns="117375" wrap="square" tIns="117375">
            <a:normAutofit/>
          </a:bodyPr>
          <a:lstStyle>
            <a:lvl1pPr indent="-342743" lvl="0" marL="457200">
              <a:spcBef>
                <a:spcPts val="0"/>
              </a:spcBef>
              <a:spcAft>
                <a:spcPts val="0"/>
              </a:spcAft>
              <a:buSzPts val="1798"/>
              <a:buChar char="●"/>
              <a:defRPr sz="1797"/>
            </a:lvl1pPr>
            <a:lvl2pPr indent="-326437" lvl="1" marL="914400">
              <a:spcBef>
                <a:spcPts val="0"/>
              </a:spcBef>
              <a:spcAft>
                <a:spcPts val="0"/>
              </a:spcAft>
              <a:buSzPts val="1541"/>
              <a:buChar char="○"/>
              <a:defRPr sz="1540"/>
            </a:lvl2pPr>
            <a:lvl3pPr indent="-326436" lvl="2" marL="1371600">
              <a:spcBef>
                <a:spcPts val="0"/>
              </a:spcBef>
              <a:spcAft>
                <a:spcPts val="0"/>
              </a:spcAft>
              <a:buSzPts val="1541"/>
              <a:buChar char="■"/>
              <a:defRPr sz="1540"/>
            </a:lvl3pPr>
            <a:lvl4pPr indent="-326436" lvl="3" marL="1828800">
              <a:spcBef>
                <a:spcPts val="0"/>
              </a:spcBef>
              <a:spcAft>
                <a:spcPts val="0"/>
              </a:spcAft>
              <a:buSzPts val="1541"/>
              <a:buChar char="●"/>
              <a:defRPr sz="1540"/>
            </a:lvl4pPr>
            <a:lvl5pPr indent="-326437" lvl="4" marL="2286000">
              <a:spcBef>
                <a:spcPts val="0"/>
              </a:spcBef>
              <a:spcAft>
                <a:spcPts val="0"/>
              </a:spcAft>
              <a:buSzPts val="1541"/>
              <a:buChar char="○"/>
              <a:defRPr sz="1540"/>
            </a:lvl5pPr>
            <a:lvl6pPr indent="-326437" lvl="5" marL="2743200">
              <a:spcBef>
                <a:spcPts val="0"/>
              </a:spcBef>
              <a:spcAft>
                <a:spcPts val="0"/>
              </a:spcAft>
              <a:buSzPts val="1541"/>
              <a:buChar char="■"/>
              <a:defRPr sz="1540"/>
            </a:lvl6pPr>
            <a:lvl7pPr indent="-326437" lvl="6" marL="3200400">
              <a:spcBef>
                <a:spcPts val="0"/>
              </a:spcBef>
              <a:spcAft>
                <a:spcPts val="0"/>
              </a:spcAft>
              <a:buSzPts val="1541"/>
              <a:buChar char="●"/>
              <a:defRPr sz="1540"/>
            </a:lvl7pPr>
            <a:lvl8pPr indent="-326437" lvl="7" marL="3657600">
              <a:spcBef>
                <a:spcPts val="0"/>
              </a:spcBef>
              <a:spcAft>
                <a:spcPts val="0"/>
              </a:spcAft>
              <a:buSzPts val="1541"/>
              <a:buChar char="○"/>
              <a:defRPr sz="1540"/>
            </a:lvl8pPr>
            <a:lvl9pPr indent="-326437" lvl="8" marL="4114800">
              <a:spcBef>
                <a:spcPts val="0"/>
              </a:spcBef>
              <a:spcAft>
                <a:spcPts val="0"/>
              </a:spcAft>
              <a:buSzPts val="1541"/>
              <a:buChar char="■"/>
              <a:defRPr sz="154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365896"/>
            <a:ext cx="5333100" cy="4049100"/>
          </a:xfrm>
          <a:prstGeom prst="rect">
            <a:avLst/>
          </a:prstGeom>
        </p:spPr>
        <p:txBody>
          <a:bodyPr anchorCtr="0" anchor="t" bIns="117375" lIns="117375" spcFirstLastPara="1" rIns="117375" wrap="square" tIns="117375">
            <a:normAutofit/>
          </a:bodyPr>
          <a:lstStyle>
            <a:lvl1pPr indent="-342743" lvl="0" marL="457200">
              <a:spcBef>
                <a:spcPts val="0"/>
              </a:spcBef>
              <a:spcAft>
                <a:spcPts val="0"/>
              </a:spcAft>
              <a:buSzPts val="1798"/>
              <a:buChar char="●"/>
              <a:defRPr sz="1797"/>
            </a:lvl1pPr>
            <a:lvl2pPr indent="-326437" lvl="1" marL="914400">
              <a:spcBef>
                <a:spcPts val="0"/>
              </a:spcBef>
              <a:spcAft>
                <a:spcPts val="0"/>
              </a:spcAft>
              <a:buSzPts val="1541"/>
              <a:buChar char="○"/>
              <a:defRPr sz="1540"/>
            </a:lvl2pPr>
            <a:lvl3pPr indent="-326436" lvl="2" marL="1371600">
              <a:spcBef>
                <a:spcPts val="0"/>
              </a:spcBef>
              <a:spcAft>
                <a:spcPts val="0"/>
              </a:spcAft>
              <a:buSzPts val="1541"/>
              <a:buChar char="■"/>
              <a:defRPr sz="1540"/>
            </a:lvl3pPr>
            <a:lvl4pPr indent="-326436" lvl="3" marL="1828800">
              <a:spcBef>
                <a:spcPts val="0"/>
              </a:spcBef>
              <a:spcAft>
                <a:spcPts val="0"/>
              </a:spcAft>
              <a:buSzPts val="1541"/>
              <a:buChar char="●"/>
              <a:defRPr sz="1540"/>
            </a:lvl4pPr>
            <a:lvl5pPr indent="-326437" lvl="4" marL="2286000">
              <a:spcBef>
                <a:spcPts val="0"/>
              </a:spcBef>
              <a:spcAft>
                <a:spcPts val="0"/>
              </a:spcAft>
              <a:buSzPts val="1541"/>
              <a:buChar char="○"/>
              <a:defRPr sz="1540"/>
            </a:lvl5pPr>
            <a:lvl6pPr indent="-326437" lvl="5" marL="2743200">
              <a:spcBef>
                <a:spcPts val="0"/>
              </a:spcBef>
              <a:spcAft>
                <a:spcPts val="0"/>
              </a:spcAft>
              <a:buSzPts val="1541"/>
              <a:buChar char="■"/>
              <a:defRPr sz="1540"/>
            </a:lvl6pPr>
            <a:lvl7pPr indent="-326437" lvl="6" marL="3200400">
              <a:spcBef>
                <a:spcPts val="0"/>
              </a:spcBef>
              <a:spcAft>
                <a:spcPts val="0"/>
              </a:spcAft>
              <a:buSzPts val="1541"/>
              <a:buChar char="●"/>
              <a:defRPr sz="1540"/>
            </a:lvl7pPr>
            <a:lvl8pPr indent="-326437" lvl="7" marL="3657600">
              <a:spcBef>
                <a:spcPts val="0"/>
              </a:spcBef>
              <a:spcAft>
                <a:spcPts val="0"/>
              </a:spcAft>
              <a:buSzPts val="1541"/>
              <a:buChar char="○"/>
              <a:defRPr sz="1540"/>
            </a:lvl8pPr>
            <a:lvl9pPr indent="-326437" lvl="8" marL="4114800">
              <a:spcBef>
                <a:spcPts val="0"/>
              </a:spcBef>
              <a:spcAft>
                <a:spcPts val="0"/>
              </a:spcAft>
              <a:buSzPts val="1541"/>
              <a:buChar char="■"/>
              <a:defRPr sz="154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27437"/>
            <a:ext cx="11360700" cy="678900"/>
          </a:xfrm>
          <a:prstGeom prst="rect">
            <a:avLst/>
          </a:prstGeom>
        </p:spPr>
        <p:txBody>
          <a:bodyPr anchorCtr="0" anchor="t" bIns="117375" lIns="117375" spcFirstLastPara="1" rIns="117375" wrap="square" tIns="117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1pPr>
            <a:lvl2pPr lvl="1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2pPr>
            <a:lvl3pPr lvl="2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3pPr>
            <a:lvl4pPr lvl="3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4pPr>
            <a:lvl5pPr lvl="4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5pPr>
            <a:lvl6pPr lvl="5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6pPr>
            <a:lvl7pPr lvl="6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7pPr>
            <a:lvl8pPr lvl="7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8pPr>
            <a:lvl9pPr lvl="8">
              <a:spcBef>
                <a:spcPts val="0"/>
              </a:spcBef>
              <a:spcAft>
                <a:spcPts val="0"/>
              </a:spcAft>
              <a:buSzPts val="3595"/>
              <a:buNone/>
              <a:defRPr sz="3595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658489"/>
            <a:ext cx="3744000" cy="895500"/>
          </a:xfrm>
          <a:prstGeom prst="rect">
            <a:avLst/>
          </a:prstGeom>
        </p:spPr>
        <p:txBody>
          <a:bodyPr anchorCtr="0" anchor="b" bIns="117375" lIns="117375" spcFirstLastPara="1" rIns="117375" wrap="square" tIns="117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81"/>
              <a:buNone/>
              <a:defRPr sz="3081"/>
            </a:lvl1pPr>
            <a:lvl2pPr lvl="1">
              <a:spcBef>
                <a:spcPts val="0"/>
              </a:spcBef>
              <a:spcAft>
                <a:spcPts val="0"/>
              </a:spcAft>
              <a:buSzPts val="3081"/>
              <a:buNone/>
              <a:defRPr sz="3081"/>
            </a:lvl2pPr>
            <a:lvl3pPr lvl="2">
              <a:spcBef>
                <a:spcPts val="0"/>
              </a:spcBef>
              <a:spcAft>
                <a:spcPts val="0"/>
              </a:spcAft>
              <a:buSzPts val="3081"/>
              <a:buNone/>
              <a:defRPr sz="3081"/>
            </a:lvl3pPr>
            <a:lvl4pPr lvl="3">
              <a:spcBef>
                <a:spcPts val="0"/>
              </a:spcBef>
              <a:spcAft>
                <a:spcPts val="0"/>
              </a:spcAft>
              <a:buSzPts val="3081"/>
              <a:buNone/>
              <a:defRPr sz="3081"/>
            </a:lvl4pPr>
            <a:lvl5pPr lvl="4">
              <a:spcBef>
                <a:spcPts val="0"/>
              </a:spcBef>
              <a:spcAft>
                <a:spcPts val="0"/>
              </a:spcAft>
              <a:buSzPts val="3081"/>
              <a:buNone/>
              <a:defRPr sz="3081"/>
            </a:lvl5pPr>
            <a:lvl6pPr lvl="5">
              <a:spcBef>
                <a:spcPts val="0"/>
              </a:spcBef>
              <a:spcAft>
                <a:spcPts val="0"/>
              </a:spcAft>
              <a:buSzPts val="3081"/>
              <a:buNone/>
              <a:defRPr sz="3081"/>
            </a:lvl6pPr>
            <a:lvl7pPr lvl="6">
              <a:spcBef>
                <a:spcPts val="0"/>
              </a:spcBef>
              <a:spcAft>
                <a:spcPts val="0"/>
              </a:spcAft>
              <a:buSzPts val="3081"/>
              <a:buNone/>
              <a:defRPr sz="3081"/>
            </a:lvl7pPr>
            <a:lvl8pPr lvl="7">
              <a:spcBef>
                <a:spcPts val="0"/>
              </a:spcBef>
              <a:spcAft>
                <a:spcPts val="0"/>
              </a:spcAft>
              <a:buSzPts val="3081"/>
              <a:buNone/>
              <a:defRPr sz="3081"/>
            </a:lvl8pPr>
            <a:lvl9pPr lvl="8">
              <a:spcBef>
                <a:spcPts val="0"/>
              </a:spcBef>
              <a:spcAft>
                <a:spcPts val="0"/>
              </a:spcAft>
              <a:buSzPts val="3081"/>
              <a:buNone/>
              <a:defRPr sz="3081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646933"/>
            <a:ext cx="3744000" cy="3768300"/>
          </a:xfrm>
          <a:prstGeom prst="rect">
            <a:avLst/>
          </a:prstGeom>
        </p:spPr>
        <p:txBody>
          <a:bodyPr anchorCtr="0" anchor="t" bIns="117375" lIns="117375" spcFirstLastPara="1" rIns="117375" wrap="square" tIns="117375">
            <a:normAutofit/>
          </a:bodyPr>
          <a:lstStyle>
            <a:lvl1pPr indent="-326437" lvl="0" marL="457200">
              <a:spcBef>
                <a:spcPts val="0"/>
              </a:spcBef>
              <a:spcAft>
                <a:spcPts val="0"/>
              </a:spcAft>
              <a:buSzPts val="1541"/>
              <a:buChar char="●"/>
              <a:defRPr sz="1540"/>
            </a:lvl1pPr>
            <a:lvl2pPr indent="-326437" lvl="1" marL="914400">
              <a:spcBef>
                <a:spcPts val="0"/>
              </a:spcBef>
              <a:spcAft>
                <a:spcPts val="0"/>
              </a:spcAft>
              <a:buSzPts val="1541"/>
              <a:buChar char="○"/>
              <a:defRPr sz="1540"/>
            </a:lvl2pPr>
            <a:lvl3pPr indent="-326436" lvl="2" marL="1371600">
              <a:spcBef>
                <a:spcPts val="0"/>
              </a:spcBef>
              <a:spcAft>
                <a:spcPts val="0"/>
              </a:spcAft>
              <a:buSzPts val="1541"/>
              <a:buChar char="■"/>
              <a:defRPr sz="1540"/>
            </a:lvl3pPr>
            <a:lvl4pPr indent="-326436" lvl="3" marL="1828800">
              <a:spcBef>
                <a:spcPts val="0"/>
              </a:spcBef>
              <a:spcAft>
                <a:spcPts val="0"/>
              </a:spcAft>
              <a:buSzPts val="1541"/>
              <a:buChar char="●"/>
              <a:defRPr sz="1540"/>
            </a:lvl4pPr>
            <a:lvl5pPr indent="-326437" lvl="4" marL="2286000">
              <a:spcBef>
                <a:spcPts val="0"/>
              </a:spcBef>
              <a:spcAft>
                <a:spcPts val="0"/>
              </a:spcAft>
              <a:buSzPts val="1541"/>
              <a:buChar char="○"/>
              <a:defRPr sz="1540"/>
            </a:lvl5pPr>
            <a:lvl6pPr indent="-326437" lvl="5" marL="2743200">
              <a:spcBef>
                <a:spcPts val="0"/>
              </a:spcBef>
              <a:spcAft>
                <a:spcPts val="0"/>
              </a:spcAft>
              <a:buSzPts val="1541"/>
              <a:buChar char="■"/>
              <a:defRPr sz="1540"/>
            </a:lvl6pPr>
            <a:lvl7pPr indent="-326437" lvl="6" marL="3200400">
              <a:spcBef>
                <a:spcPts val="0"/>
              </a:spcBef>
              <a:spcAft>
                <a:spcPts val="0"/>
              </a:spcAft>
              <a:buSzPts val="1541"/>
              <a:buChar char="●"/>
              <a:defRPr sz="1540"/>
            </a:lvl7pPr>
            <a:lvl8pPr indent="-326437" lvl="7" marL="3657600">
              <a:spcBef>
                <a:spcPts val="0"/>
              </a:spcBef>
              <a:spcAft>
                <a:spcPts val="0"/>
              </a:spcAft>
              <a:buSzPts val="1541"/>
              <a:buChar char="○"/>
              <a:defRPr sz="1540"/>
            </a:lvl8pPr>
            <a:lvl9pPr indent="-326437" lvl="8" marL="4114800">
              <a:spcBef>
                <a:spcPts val="0"/>
              </a:spcBef>
              <a:spcAft>
                <a:spcPts val="0"/>
              </a:spcAft>
              <a:buSzPts val="1541"/>
              <a:buChar char="■"/>
              <a:defRPr sz="154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533511"/>
            <a:ext cx="8490300" cy="48483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63"/>
              <a:buNone/>
              <a:defRPr sz="6162"/>
            </a:lvl1pPr>
            <a:lvl2pPr lvl="1">
              <a:spcBef>
                <a:spcPts val="0"/>
              </a:spcBef>
              <a:spcAft>
                <a:spcPts val="0"/>
              </a:spcAft>
              <a:buSzPts val="6163"/>
              <a:buNone/>
              <a:defRPr sz="6162"/>
            </a:lvl2pPr>
            <a:lvl3pPr lvl="2">
              <a:spcBef>
                <a:spcPts val="0"/>
              </a:spcBef>
              <a:spcAft>
                <a:spcPts val="0"/>
              </a:spcAft>
              <a:buSzPts val="6163"/>
              <a:buNone/>
              <a:defRPr sz="6162"/>
            </a:lvl3pPr>
            <a:lvl4pPr lvl="3">
              <a:spcBef>
                <a:spcPts val="0"/>
              </a:spcBef>
              <a:spcAft>
                <a:spcPts val="0"/>
              </a:spcAft>
              <a:buSzPts val="6163"/>
              <a:buNone/>
              <a:defRPr sz="6162"/>
            </a:lvl4pPr>
            <a:lvl5pPr lvl="4">
              <a:spcBef>
                <a:spcPts val="0"/>
              </a:spcBef>
              <a:spcAft>
                <a:spcPts val="0"/>
              </a:spcAft>
              <a:buSzPts val="6163"/>
              <a:buNone/>
              <a:defRPr sz="6162"/>
            </a:lvl5pPr>
            <a:lvl6pPr lvl="5">
              <a:spcBef>
                <a:spcPts val="0"/>
              </a:spcBef>
              <a:spcAft>
                <a:spcPts val="0"/>
              </a:spcAft>
              <a:buSzPts val="6163"/>
              <a:buNone/>
              <a:defRPr sz="6162"/>
            </a:lvl6pPr>
            <a:lvl7pPr lvl="6">
              <a:spcBef>
                <a:spcPts val="0"/>
              </a:spcBef>
              <a:spcAft>
                <a:spcPts val="0"/>
              </a:spcAft>
              <a:buSzPts val="6163"/>
              <a:buNone/>
              <a:defRPr sz="6162"/>
            </a:lvl7pPr>
            <a:lvl8pPr lvl="7">
              <a:spcBef>
                <a:spcPts val="0"/>
              </a:spcBef>
              <a:spcAft>
                <a:spcPts val="0"/>
              </a:spcAft>
              <a:buSzPts val="6163"/>
              <a:buNone/>
              <a:defRPr sz="6162"/>
            </a:lvl8pPr>
            <a:lvl9pPr lvl="8">
              <a:spcBef>
                <a:spcPts val="0"/>
              </a:spcBef>
              <a:spcAft>
                <a:spcPts val="0"/>
              </a:spcAft>
              <a:buSzPts val="6163"/>
              <a:buNone/>
              <a:defRPr sz="6162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48"/>
            <a:ext cx="6096000" cy="609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7375" lIns="117375" spcFirstLastPara="1" rIns="117375" wrap="square" tIns="117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461541"/>
            <a:ext cx="5393700" cy="1756800"/>
          </a:xfrm>
          <a:prstGeom prst="rect">
            <a:avLst/>
          </a:prstGeom>
        </p:spPr>
        <p:txBody>
          <a:bodyPr anchorCtr="0" anchor="b" bIns="117375" lIns="117375" spcFirstLastPara="1" rIns="117375" wrap="square" tIns="117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93"/>
              <a:buNone/>
              <a:defRPr sz="5392"/>
            </a:lvl1pPr>
            <a:lvl2pPr lvl="1" algn="ctr">
              <a:spcBef>
                <a:spcPts val="0"/>
              </a:spcBef>
              <a:spcAft>
                <a:spcPts val="0"/>
              </a:spcAft>
              <a:buSzPts val="5393"/>
              <a:buNone/>
              <a:defRPr sz="5392"/>
            </a:lvl2pPr>
            <a:lvl3pPr lvl="2" algn="ctr">
              <a:spcBef>
                <a:spcPts val="0"/>
              </a:spcBef>
              <a:spcAft>
                <a:spcPts val="0"/>
              </a:spcAft>
              <a:buSzPts val="5393"/>
              <a:buNone/>
              <a:defRPr sz="5392"/>
            </a:lvl3pPr>
            <a:lvl4pPr lvl="3" algn="ctr">
              <a:spcBef>
                <a:spcPts val="0"/>
              </a:spcBef>
              <a:spcAft>
                <a:spcPts val="0"/>
              </a:spcAft>
              <a:buSzPts val="5393"/>
              <a:buNone/>
              <a:defRPr sz="5392"/>
            </a:lvl4pPr>
            <a:lvl5pPr lvl="4" algn="ctr">
              <a:spcBef>
                <a:spcPts val="0"/>
              </a:spcBef>
              <a:spcAft>
                <a:spcPts val="0"/>
              </a:spcAft>
              <a:buSzPts val="5393"/>
              <a:buNone/>
              <a:defRPr sz="5392"/>
            </a:lvl5pPr>
            <a:lvl6pPr lvl="5" algn="ctr">
              <a:spcBef>
                <a:spcPts val="0"/>
              </a:spcBef>
              <a:spcAft>
                <a:spcPts val="0"/>
              </a:spcAft>
              <a:buSzPts val="5393"/>
              <a:buNone/>
              <a:defRPr sz="5392"/>
            </a:lvl6pPr>
            <a:lvl7pPr lvl="6" algn="ctr">
              <a:spcBef>
                <a:spcPts val="0"/>
              </a:spcBef>
              <a:spcAft>
                <a:spcPts val="0"/>
              </a:spcAft>
              <a:buSzPts val="5393"/>
              <a:buNone/>
              <a:defRPr sz="5392"/>
            </a:lvl7pPr>
            <a:lvl8pPr lvl="7" algn="ctr">
              <a:spcBef>
                <a:spcPts val="0"/>
              </a:spcBef>
              <a:spcAft>
                <a:spcPts val="0"/>
              </a:spcAft>
              <a:buSzPts val="5393"/>
              <a:buNone/>
              <a:defRPr sz="5392"/>
            </a:lvl8pPr>
            <a:lvl9pPr lvl="8" algn="ctr">
              <a:spcBef>
                <a:spcPts val="0"/>
              </a:spcBef>
              <a:spcAft>
                <a:spcPts val="0"/>
              </a:spcAft>
              <a:buSzPts val="5393"/>
              <a:buNone/>
              <a:defRPr sz="5392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322163"/>
            <a:ext cx="5393700" cy="1463700"/>
          </a:xfrm>
          <a:prstGeom prst="rect">
            <a:avLst/>
          </a:prstGeom>
        </p:spPr>
        <p:txBody>
          <a:bodyPr anchorCtr="0" anchor="t" bIns="117375" lIns="117375" spcFirstLastPara="1" rIns="117375" wrap="square" tIns="117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96"/>
              <a:buNone/>
              <a:defRPr sz="269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96"/>
              <a:buNone/>
              <a:defRPr sz="269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96"/>
              <a:buNone/>
              <a:defRPr sz="269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96"/>
              <a:buNone/>
              <a:defRPr sz="269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96"/>
              <a:buNone/>
              <a:defRPr sz="269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96"/>
              <a:buNone/>
              <a:defRPr sz="269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96"/>
              <a:buNone/>
              <a:defRPr sz="269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96"/>
              <a:buNone/>
              <a:defRPr sz="269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96"/>
              <a:buNone/>
              <a:defRPr sz="269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858163"/>
            <a:ext cx="5115900" cy="43794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indent="-375355" lvl="0" marL="457200">
              <a:spcBef>
                <a:spcPts val="0"/>
              </a:spcBef>
              <a:spcAft>
                <a:spcPts val="0"/>
              </a:spcAft>
              <a:buSzPts val="2311"/>
              <a:buChar char="●"/>
              <a:defRPr sz="2311"/>
            </a:lvl1pPr>
            <a:lvl2pPr indent="-342743" lvl="1" marL="914400">
              <a:spcBef>
                <a:spcPts val="0"/>
              </a:spcBef>
              <a:spcAft>
                <a:spcPts val="0"/>
              </a:spcAft>
              <a:buSzPts val="1798"/>
              <a:buChar char="○"/>
              <a:defRPr sz="1797"/>
            </a:lvl2pPr>
            <a:lvl3pPr indent="-342743" lvl="2" marL="1371600">
              <a:spcBef>
                <a:spcPts val="0"/>
              </a:spcBef>
              <a:spcAft>
                <a:spcPts val="0"/>
              </a:spcAft>
              <a:buSzPts val="1798"/>
              <a:buChar char="■"/>
              <a:defRPr sz="1797"/>
            </a:lvl3pPr>
            <a:lvl4pPr indent="-342743" lvl="3" marL="1828800">
              <a:spcBef>
                <a:spcPts val="0"/>
              </a:spcBef>
              <a:spcAft>
                <a:spcPts val="0"/>
              </a:spcAft>
              <a:buSzPts val="1798"/>
              <a:buChar char="●"/>
              <a:defRPr sz="1797"/>
            </a:lvl4pPr>
            <a:lvl5pPr indent="-342743" lvl="4" marL="2286000">
              <a:spcBef>
                <a:spcPts val="0"/>
              </a:spcBef>
              <a:spcAft>
                <a:spcPts val="0"/>
              </a:spcAft>
              <a:buSzPts val="1798"/>
              <a:buChar char="○"/>
              <a:defRPr sz="1797"/>
            </a:lvl5pPr>
            <a:lvl6pPr indent="-342743" lvl="5" marL="2743200">
              <a:spcBef>
                <a:spcPts val="0"/>
              </a:spcBef>
              <a:spcAft>
                <a:spcPts val="0"/>
              </a:spcAft>
              <a:buSzPts val="1798"/>
              <a:buChar char="■"/>
              <a:defRPr sz="1797"/>
            </a:lvl6pPr>
            <a:lvl7pPr indent="-342743" lvl="6" marL="3200400">
              <a:spcBef>
                <a:spcPts val="0"/>
              </a:spcBef>
              <a:spcAft>
                <a:spcPts val="0"/>
              </a:spcAft>
              <a:buSzPts val="1798"/>
              <a:buChar char="●"/>
              <a:defRPr sz="1797"/>
            </a:lvl7pPr>
            <a:lvl8pPr indent="-342743" lvl="7" marL="3657600">
              <a:spcBef>
                <a:spcPts val="0"/>
              </a:spcBef>
              <a:spcAft>
                <a:spcPts val="0"/>
              </a:spcAft>
              <a:buSzPts val="1798"/>
              <a:buChar char="○"/>
              <a:defRPr sz="1797"/>
            </a:lvl8pPr>
            <a:lvl9pPr indent="-342743" lvl="8" marL="4114800">
              <a:spcBef>
                <a:spcPts val="0"/>
              </a:spcBef>
              <a:spcAft>
                <a:spcPts val="0"/>
              </a:spcAft>
              <a:buSzPts val="1798"/>
              <a:buChar char="■"/>
              <a:defRPr sz="179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014015"/>
            <a:ext cx="7998300" cy="7173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11"/>
              <a:buNone/>
              <a:defRPr sz="2311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310963"/>
            <a:ext cx="11360700" cy="2327100"/>
          </a:xfrm>
          <a:prstGeom prst="rect">
            <a:avLst/>
          </a:prstGeom>
        </p:spPr>
        <p:txBody>
          <a:bodyPr anchorCtr="0" anchor="b" bIns="117375" lIns="117375" spcFirstLastPara="1" rIns="117375" wrap="square" tIns="1173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407"/>
              <a:buNone/>
              <a:defRPr sz="15407"/>
            </a:lvl1pPr>
            <a:lvl2pPr lvl="1" algn="ctr">
              <a:spcBef>
                <a:spcPts val="0"/>
              </a:spcBef>
              <a:spcAft>
                <a:spcPts val="0"/>
              </a:spcAft>
              <a:buSzPts val="15407"/>
              <a:buNone/>
              <a:defRPr sz="15407"/>
            </a:lvl2pPr>
            <a:lvl3pPr lvl="2" algn="ctr">
              <a:spcBef>
                <a:spcPts val="0"/>
              </a:spcBef>
              <a:spcAft>
                <a:spcPts val="0"/>
              </a:spcAft>
              <a:buSzPts val="15407"/>
              <a:buNone/>
              <a:defRPr sz="15407"/>
            </a:lvl3pPr>
            <a:lvl4pPr lvl="3" algn="ctr">
              <a:spcBef>
                <a:spcPts val="0"/>
              </a:spcBef>
              <a:spcAft>
                <a:spcPts val="0"/>
              </a:spcAft>
              <a:buSzPts val="15407"/>
              <a:buNone/>
              <a:defRPr sz="15407"/>
            </a:lvl4pPr>
            <a:lvl5pPr lvl="4" algn="ctr">
              <a:spcBef>
                <a:spcPts val="0"/>
              </a:spcBef>
              <a:spcAft>
                <a:spcPts val="0"/>
              </a:spcAft>
              <a:buSzPts val="15407"/>
              <a:buNone/>
              <a:defRPr sz="15407"/>
            </a:lvl5pPr>
            <a:lvl6pPr lvl="5" algn="ctr">
              <a:spcBef>
                <a:spcPts val="0"/>
              </a:spcBef>
              <a:spcAft>
                <a:spcPts val="0"/>
              </a:spcAft>
              <a:buSzPts val="15407"/>
              <a:buNone/>
              <a:defRPr sz="15407"/>
            </a:lvl6pPr>
            <a:lvl7pPr lvl="6" algn="ctr">
              <a:spcBef>
                <a:spcPts val="0"/>
              </a:spcBef>
              <a:spcAft>
                <a:spcPts val="0"/>
              </a:spcAft>
              <a:buSzPts val="15407"/>
              <a:buNone/>
              <a:defRPr sz="15407"/>
            </a:lvl7pPr>
            <a:lvl8pPr lvl="7" algn="ctr">
              <a:spcBef>
                <a:spcPts val="0"/>
              </a:spcBef>
              <a:spcAft>
                <a:spcPts val="0"/>
              </a:spcAft>
              <a:buSzPts val="15407"/>
              <a:buNone/>
              <a:defRPr sz="15407"/>
            </a:lvl8pPr>
            <a:lvl9pPr lvl="8" algn="ctr">
              <a:spcBef>
                <a:spcPts val="0"/>
              </a:spcBef>
              <a:spcAft>
                <a:spcPts val="0"/>
              </a:spcAft>
              <a:buSzPts val="15407"/>
              <a:buNone/>
              <a:defRPr sz="1540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3735970"/>
            <a:ext cx="11360700" cy="1541700"/>
          </a:xfrm>
          <a:prstGeom prst="rect">
            <a:avLst/>
          </a:prstGeom>
        </p:spPr>
        <p:txBody>
          <a:bodyPr anchorCtr="0" anchor="t" bIns="117375" lIns="117375" spcFirstLastPara="1" rIns="117375" wrap="square" tIns="117375">
            <a:normAutofit/>
          </a:bodyPr>
          <a:lstStyle>
            <a:lvl1pPr indent="-375355" lvl="0" marL="457200" algn="ctr">
              <a:spcBef>
                <a:spcPts val="0"/>
              </a:spcBef>
              <a:spcAft>
                <a:spcPts val="0"/>
              </a:spcAft>
              <a:buSzPts val="2311"/>
              <a:buChar char="●"/>
              <a:defRPr sz="2311"/>
            </a:lvl1pPr>
            <a:lvl2pPr indent="-342743" lvl="1" marL="914400" algn="ctr">
              <a:spcBef>
                <a:spcPts val="0"/>
              </a:spcBef>
              <a:spcAft>
                <a:spcPts val="0"/>
              </a:spcAft>
              <a:buSzPts val="1798"/>
              <a:buChar char="○"/>
              <a:defRPr sz="1797"/>
            </a:lvl2pPr>
            <a:lvl3pPr indent="-342743" lvl="2" marL="1371600" algn="ctr">
              <a:spcBef>
                <a:spcPts val="0"/>
              </a:spcBef>
              <a:spcAft>
                <a:spcPts val="0"/>
              </a:spcAft>
              <a:buSzPts val="1798"/>
              <a:buChar char="■"/>
              <a:defRPr sz="1797"/>
            </a:lvl3pPr>
            <a:lvl4pPr indent="-342743" lvl="3" marL="1828800" algn="ctr">
              <a:spcBef>
                <a:spcPts val="0"/>
              </a:spcBef>
              <a:spcAft>
                <a:spcPts val="0"/>
              </a:spcAft>
              <a:buSzPts val="1798"/>
              <a:buChar char="●"/>
              <a:defRPr sz="1797"/>
            </a:lvl4pPr>
            <a:lvl5pPr indent="-342743" lvl="4" marL="2286000" algn="ctr">
              <a:spcBef>
                <a:spcPts val="0"/>
              </a:spcBef>
              <a:spcAft>
                <a:spcPts val="0"/>
              </a:spcAft>
              <a:buSzPts val="1798"/>
              <a:buChar char="○"/>
              <a:defRPr sz="1797"/>
            </a:lvl5pPr>
            <a:lvl6pPr indent="-342743" lvl="5" marL="2743200" algn="ctr">
              <a:spcBef>
                <a:spcPts val="0"/>
              </a:spcBef>
              <a:spcAft>
                <a:spcPts val="0"/>
              </a:spcAft>
              <a:buSzPts val="1798"/>
              <a:buChar char="■"/>
              <a:defRPr sz="1797"/>
            </a:lvl6pPr>
            <a:lvl7pPr indent="-342743" lvl="6" marL="3200400" algn="ctr">
              <a:spcBef>
                <a:spcPts val="0"/>
              </a:spcBef>
              <a:spcAft>
                <a:spcPts val="0"/>
              </a:spcAft>
              <a:buSzPts val="1798"/>
              <a:buChar char="●"/>
              <a:defRPr sz="1797"/>
            </a:lvl7pPr>
            <a:lvl8pPr indent="-342743" lvl="7" marL="3657600" algn="ctr">
              <a:spcBef>
                <a:spcPts val="0"/>
              </a:spcBef>
              <a:spcAft>
                <a:spcPts val="0"/>
              </a:spcAft>
              <a:buSzPts val="1798"/>
              <a:buChar char="○"/>
              <a:defRPr sz="1797"/>
            </a:lvl8pPr>
            <a:lvl9pPr indent="-342743" lvl="8" marL="4114800" algn="ctr">
              <a:spcBef>
                <a:spcPts val="0"/>
              </a:spcBef>
              <a:spcAft>
                <a:spcPts val="0"/>
              </a:spcAft>
              <a:buSzPts val="1798"/>
              <a:buChar char="■"/>
              <a:defRPr sz="179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>
              <a:buNone/>
              <a:defRPr sz="1283"/>
            </a:lvl1pPr>
            <a:lvl2pPr lvl="1">
              <a:buNone/>
              <a:defRPr sz="1283"/>
            </a:lvl2pPr>
            <a:lvl3pPr lvl="2">
              <a:buNone/>
              <a:defRPr sz="1283"/>
            </a:lvl3pPr>
            <a:lvl4pPr lvl="3">
              <a:buNone/>
              <a:defRPr sz="1283"/>
            </a:lvl4pPr>
            <a:lvl5pPr lvl="4">
              <a:buNone/>
              <a:defRPr sz="1283"/>
            </a:lvl5pPr>
            <a:lvl6pPr lvl="5">
              <a:buNone/>
              <a:defRPr sz="1283"/>
            </a:lvl6pPr>
            <a:lvl7pPr lvl="6">
              <a:buNone/>
              <a:defRPr sz="1283"/>
            </a:lvl7pPr>
            <a:lvl8pPr lvl="7">
              <a:buNone/>
              <a:defRPr sz="1283"/>
            </a:lvl8pPr>
            <a:lvl9pPr lvl="8">
              <a:buNone/>
              <a:defRPr sz="128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27437"/>
            <a:ext cx="113607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375" lIns="117375" spcFirstLastPara="1" rIns="117375" wrap="square" tIns="1173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5"/>
              <a:buNone/>
              <a:defRPr sz="3595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5"/>
              <a:buNone/>
              <a:defRPr sz="3595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5"/>
              <a:buNone/>
              <a:defRPr sz="3595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5"/>
              <a:buNone/>
              <a:defRPr sz="3595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5"/>
              <a:buNone/>
              <a:defRPr sz="3595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5"/>
              <a:buNone/>
              <a:defRPr sz="3595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5"/>
              <a:buNone/>
              <a:defRPr sz="3595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5"/>
              <a:buNone/>
              <a:defRPr sz="3595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5"/>
              <a:buNone/>
              <a:defRPr sz="3595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365896"/>
            <a:ext cx="11360700" cy="4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375" lIns="117375" spcFirstLastPara="1" rIns="117375" wrap="square" tIns="117375">
            <a:normAutofit/>
          </a:bodyPr>
          <a:lstStyle>
            <a:lvl1pPr indent="-37535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11"/>
              <a:buChar char="●"/>
              <a:defRPr sz="2311">
                <a:solidFill>
                  <a:schemeClr val="dk2"/>
                </a:solidFill>
              </a:defRPr>
            </a:lvl1pPr>
            <a:lvl2pPr indent="-342743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8"/>
              <a:buChar char="○"/>
              <a:defRPr sz="1797">
                <a:solidFill>
                  <a:schemeClr val="dk2"/>
                </a:solidFill>
              </a:defRPr>
            </a:lvl2pPr>
            <a:lvl3pPr indent="-342743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8"/>
              <a:buChar char="■"/>
              <a:defRPr sz="1797">
                <a:solidFill>
                  <a:schemeClr val="dk2"/>
                </a:solidFill>
              </a:defRPr>
            </a:lvl3pPr>
            <a:lvl4pPr indent="-342743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8"/>
              <a:buChar char="●"/>
              <a:defRPr sz="1797">
                <a:solidFill>
                  <a:schemeClr val="dk2"/>
                </a:solidFill>
              </a:defRPr>
            </a:lvl4pPr>
            <a:lvl5pPr indent="-342743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8"/>
              <a:buChar char="○"/>
              <a:defRPr sz="1797">
                <a:solidFill>
                  <a:schemeClr val="dk2"/>
                </a:solidFill>
              </a:defRPr>
            </a:lvl5pPr>
            <a:lvl6pPr indent="-342743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8"/>
              <a:buChar char="■"/>
              <a:defRPr sz="1797">
                <a:solidFill>
                  <a:schemeClr val="dk2"/>
                </a:solidFill>
              </a:defRPr>
            </a:lvl6pPr>
            <a:lvl7pPr indent="-342743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8"/>
              <a:buChar char="●"/>
              <a:defRPr sz="1797">
                <a:solidFill>
                  <a:schemeClr val="dk2"/>
                </a:solidFill>
              </a:defRPr>
            </a:lvl7pPr>
            <a:lvl8pPr indent="-342743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8"/>
              <a:buChar char="○"/>
              <a:defRPr sz="1797">
                <a:solidFill>
                  <a:schemeClr val="dk2"/>
                </a:solidFill>
              </a:defRPr>
            </a:lvl8pPr>
            <a:lvl9pPr indent="-342743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8"/>
              <a:buChar char="■"/>
              <a:defRPr sz="179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5526775"/>
            <a:ext cx="7317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7375" lIns="117375" spcFirstLastPara="1" rIns="117375" wrap="square" tIns="117375">
            <a:normAutofit/>
          </a:bodyPr>
          <a:lstStyle>
            <a:lvl1pPr lvl="0" algn="r">
              <a:buNone/>
              <a:defRPr sz="1283">
                <a:solidFill>
                  <a:schemeClr val="dk2"/>
                </a:solidFill>
              </a:defRPr>
            </a:lvl1pPr>
            <a:lvl2pPr lvl="1" algn="r">
              <a:buNone/>
              <a:defRPr sz="1283">
                <a:solidFill>
                  <a:schemeClr val="dk2"/>
                </a:solidFill>
              </a:defRPr>
            </a:lvl2pPr>
            <a:lvl3pPr lvl="2" algn="r">
              <a:buNone/>
              <a:defRPr sz="1283">
                <a:solidFill>
                  <a:schemeClr val="dk2"/>
                </a:solidFill>
              </a:defRPr>
            </a:lvl3pPr>
            <a:lvl4pPr lvl="3" algn="r">
              <a:buNone/>
              <a:defRPr sz="1283">
                <a:solidFill>
                  <a:schemeClr val="dk2"/>
                </a:solidFill>
              </a:defRPr>
            </a:lvl4pPr>
            <a:lvl5pPr lvl="4" algn="r">
              <a:buNone/>
              <a:defRPr sz="1283">
                <a:solidFill>
                  <a:schemeClr val="dk2"/>
                </a:solidFill>
              </a:defRPr>
            </a:lvl5pPr>
            <a:lvl6pPr lvl="5" algn="r">
              <a:buNone/>
              <a:defRPr sz="1283">
                <a:solidFill>
                  <a:schemeClr val="dk2"/>
                </a:solidFill>
              </a:defRPr>
            </a:lvl6pPr>
            <a:lvl7pPr lvl="6" algn="r">
              <a:buNone/>
              <a:defRPr sz="1283">
                <a:solidFill>
                  <a:schemeClr val="dk2"/>
                </a:solidFill>
              </a:defRPr>
            </a:lvl7pPr>
            <a:lvl8pPr lvl="7" algn="r">
              <a:buNone/>
              <a:defRPr sz="1283">
                <a:solidFill>
                  <a:schemeClr val="dk2"/>
                </a:solidFill>
              </a:defRPr>
            </a:lvl8pPr>
            <a:lvl9pPr lvl="8" algn="r">
              <a:buNone/>
              <a:defRPr sz="1283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746700" y="762000"/>
            <a:ext cx="106986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557200" y="2074800"/>
            <a:ext cx="7077600" cy="194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TEMPLATE</a:t>
            </a:r>
            <a:endParaRPr sz="9600"/>
          </a:p>
        </p:txBody>
      </p:sp>
      <p:sp>
        <p:nvSpPr>
          <p:cNvPr id="57" name="Google Shape;57;p13"/>
          <p:cNvSpPr/>
          <p:nvPr/>
        </p:nvSpPr>
        <p:spPr>
          <a:xfrm>
            <a:off x="1246500" y="1188550"/>
            <a:ext cx="1165800" cy="1159500"/>
          </a:xfrm>
          <a:prstGeom prst="smileyFace">
            <a:avLst>
              <a:gd fmla="val 4653" name="adj"/>
            </a:avLst>
          </a:prstGeom>
          <a:solidFill>
            <a:schemeClr val="accent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9639175" y="3714750"/>
            <a:ext cx="1200900" cy="1143000"/>
          </a:xfrm>
          <a:prstGeom prst="heart">
            <a:avLst/>
          </a:prstGeom>
          <a:solidFill>
            <a:srgbClr val="FF00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