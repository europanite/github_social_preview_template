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6096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920">
          <p15:clr>
            <a:srgbClr val="747775"/>
          </p15:clr>
        </p15:guide>
        <p15:guide id="2" pos="38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92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6c46ff200_0_13:notes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6c46ff20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11" y="882459"/>
            <a:ext cx="11360700" cy="24327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1pPr>
            <a:lvl2pPr lvl="1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2pPr>
            <a:lvl3pPr lvl="2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3pPr>
            <a:lvl4pPr lvl="3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4pPr>
            <a:lvl5pPr lvl="4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5pPr>
            <a:lvl6pPr lvl="5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6pPr>
            <a:lvl7pPr lvl="6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7pPr>
            <a:lvl8pPr lvl="7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8pPr>
            <a:lvl9pPr lvl="8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600" y="3358963"/>
            <a:ext cx="11360700" cy="9393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600" y="2549156"/>
            <a:ext cx="11360700" cy="9978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1pPr>
            <a:lvl2pPr lvl="1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2pPr>
            <a:lvl3pPr lvl="2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3pPr>
            <a:lvl4pPr lvl="3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4pPr>
            <a:lvl5pPr lvl="4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5pPr>
            <a:lvl6pPr lvl="5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6pPr>
            <a:lvl7pPr lvl="6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7pPr>
            <a:lvl8pPr lvl="7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8pPr>
            <a:lvl9pPr lvl="8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600" y="1365896"/>
            <a:ext cx="113607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600" y="1365896"/>
            <a:ext cx="53331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42743" lvl="0" marL="4572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200" y="1365896"/>
            <a:ext cx="53331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42743" lvl="0" marL="4572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600" y="658489"/>
            <a:ext cx="3744000" cy="8955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1pPr>
            <a:lvl2pPr lvl="1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2pPr>
            <a:lvl3pPr lvl="2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3pPr>
            <a:lvl4pPr lvl="3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4pPr>
            <a:lvl5pPr lvl="4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5pPr>
            <a:lvl6pPr lvl="5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6pPr>
            <a:lvl7pPr lvl="6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7pPr>
            <a:lvl8pPr lvl="7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8pPr>
            <a:lvl9pPr lvl="8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600" y="1646933"/>
            <a:ext cx="3744000" cy="37683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26437" lvl="0" marL="4572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67" y="533511"/>
            <a:ext cx="8490300" cy="48483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1pPr>
            <a:lvl2pPr lvl="1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2pPr>
            <a:lvl3pPr lvl="2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3pPr>
            <a:lvl4pPr lvl="3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4pPr>
            <a:lvl5pPr lvl="4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5pPr>
            <a:lvl6pPr lvl="5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6pPr>
            <a:lvl7pPr lvl="6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7pPr>
            <a:lvl8pPr lvl="7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8pPr>
            <a:lvl9pPr lvl="8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48"/>
            <a:ext cx="6096000" cy="609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17375" lIns="117375" spcFirstLastPara="1" rIns="117375" wrap="square" tIns="117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4000" y="1461541"/>
            <a:ext cx="5393700" cy="17568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1pPr>
            <a:lvl2pPr lvl="1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2pPr>
            <a:lvl3pPr lvl="2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3pPr>
            <a:lvl4pPr lvl="3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4pPr>
            <a:lvl5pPr lvl="4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5pPr>
            <a:lvl6pPr lvl="5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6pPr>
            <a:lvl7pPr lvl="6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7pPr>
            <a:lvl8pPr lvl="7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8pPr>
            <a:lvl9pPr lvl="8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4000" y="3322163"/>
            <a:ext cx="5393700" cy="14637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6000" y="858163"/>
            <a:ext cx="5115900" cy="43794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indent="-375355" lvl="0" marL="457200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600" y="5014015"/>
            <a:ext cx="7998300" cy="7173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11"/>
              <a:buNone/>
              <a:defRPr sz="2311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600" y="1310963"/>
            <a:ext cx="11360700" cy="23271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1pPr>
            <a:lvl2pPr lvl="1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2pPr>
            <a:lvl3pPr lvl="2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3pPr>
            <a:lvl4pPr lvl="3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4pPr>
            <a:lvl5pPr lvl="4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5pPr>
            <a:lvl6pPr lvl="5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6pPr>
            <a:lvl7pPr lvl="6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7pPr>
            <a:lvl8pPr lvl="7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8pPr>
            <a:lvl9pPr lvl="8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600" y="3735970"/>
            <a:ext cx="11360700" cy="15417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 algn="ctr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 algn="ctr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 algn="ctr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365896"/>
            <a:ext cx="11360700" cy="40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11"/>
              <a:buChar char="●"/>
              <a:defRPr sz="2311">
                <a:solidFill>
                  <a:schemeClr val="dk2"/>
                </a:solidFill>
              </a:defRPr>
            </a:lvl1pPr>
            <a:lvl2pPr indent="-342743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2pPr>
            <a:lvl3pPr indent="-342743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3pPr>
            <a:lvl4pPr indent="-342743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●"/>
              <a:defRPr sz="1797">
                <a:solidFill>
                  <a:schemeClr val="dk2"/>
                </a:solidFill>
              </a:defRPr>
            </a:lvl4pPr>
            <a:lvl5pPr indent="-342743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5pPr>
            <a:lvl6pPr indent="-342743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6pPr>
            <a:lvl7pPr indent="-342743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●"/>
              <a:defRPr sz="1797">
                <a:solidFill>
                  <a:schemeClr val="dk2"/>
                </a:solidFill>
              </a:defRPr>
            </a:lvl7pPr>
            <a:lvl8pPr indent="-342743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8pPr>
            <a:lvl9pPr indent="-342743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 algn="r">
              <a:buNone/>
              <a:defRPr sz="1283">
                <a:solidFill>
                  <a:schemeClr val="dk2"/>
                </a:solidFill>
              </a:defRPr>
            </a:lvl1pPr>
            <a:lvl2pPr lvl="1" algn="r">
              <a:buNone/>
              <a:defRPr sz="1283">
                <a:solidFill>
                  <a:schemeClr val="dk2"/>
                </a:solidFill>
              </a:defRPr>
            </a:lvl2pPr>
            <a:lvl3pPr lvl="2" algn="r">
              <a:buNone/>
              <a:defRPr sz="1283">
                <a:solidFill>
                  <a:schemeClr val="dk2"/>
                </a:solidFill>
              </a:defRPr>
            </a:lvl3pPr>
            <a:lvl4pPr lvl="3" algn="r">
              <a:buNone/>
              <a:defRPr sz="1283">
                <a:solidFill>
                  <a:schemeClr val="dk2"/>
                </a:solidFill>
              </a:defRPr>
            </a:lvl4pPr>
            <a:lvl5pPr lvl="4" algn="r">
              <a:buNone/>
              <a:defRPr sz="1283">
                <a:solidFill>
                  <a:schemeClr val="dk2"/>
                </a:solidFill>
              </a:defRPr>
            </a:lvl5pPr>
            <a:lvl6pPr lvl="5" algn="r">
              <a:buNone/>
              <a:defRPr sz="1283">
                <a:solidFill>
                  <a:schemeClr val="dk2"/>
                </a:solidFill>
              </a:defRPr>
            </a:lvl6pPr>
            <a:lvl7pPr lvl="6" algn="r">
              <a:buNone/>
              <a:defRPr sz="1283">
                <a:solidFill>
                  <a:schemeClr val="dk2"/>
                </a:solidFill>
              </a:defRPr>
            </a:lvl7pPr>
            <a:lvl8pPr lvl="7" algn="r">
              <a:buNone/>
              <a:defRPr sz="1283">
                <a:solidFill>
                  <a:schemeClr val="dk2"/>
                </a:solidFill>
              </a:defRPr>
            </a:lvl8pPr>
            <a:lvl9pPr lvl="8" algn="r">
              <a:buNone/>
              <a:defRPr sz="1283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12192000" cy="6096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/>
          <p:nvPr/>
        </p:nvSpPr>
        <p:spPr>
          <a:xfrm>
            <a:off x="746700" y="762000"/>
            <a:ext cx="106986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2557200" y="2074800"/>
            <a:ext cx="7077600" cy="194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/>
              <a:t>TEMPLATE</a:t>
            </a:r>
            <a:endParaRPr sz="9600"/>
          </a:p>
        </p:txBody>
      </p:sp>
      <p:sp>
        <p:nvSpPr>
          <p:cNvPr id="57" name="Google Shape;57;p13"/>
          <p:cNvSpPr/>
          <p:nvPr/>
        </p:nvSpPr>
        <p:spPr>
          <a:xfrm>
            <a:off x="1246500" y="1188550"/>
            <a:ext cx="1165800" cy="1159500"/>
          </a:xfrm>
          <a:prstGeom prst="smileyFace">
            <a:avLst>
              <a:gd fmla="val 4653" name="adj"/>
            </a:avLst>
          </a:prstGeom>
          <a:solidFill>
            <a:schemeClr val="accent6"/>
          </a:solidFill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9639175" y="3714750"/>
            <a:ext cx="1200900" cy="1143000"/>
          </a:xfrm>
          <a:prstGeom prst="heart">
            <a:avLst/>
          </a:prstGeom>
          <a:solidFill>
            <a:srgbClr val="FF00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