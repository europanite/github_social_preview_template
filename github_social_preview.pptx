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6096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920">
          <p15:clr>
            <a:srgbClr val="747775"/>
          </p15:clr>
        </p15:guide>
        <p15:guide id="2" pos="38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92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95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a6c46ff200_0_13:notes"/>
          <p:cNvSpPr/>
          <p:nvPr>
            <p:ph idx="2" type="sldImg"/>
          </p:nvPr>
        </p:nvSpPr>
        <p:spPr>
          <a:xfrm>
            <a:off x="295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a6c46ff20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415611" y="882459"/>
            <a:ext cx="11360700" cy="24327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1pPr>
            <a:lvl2pPr lvl="1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2pPr>
            <a:lvl3pPr lvl="2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3pPr>
            <a:lvl4pPr lvl="3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4pPr>
            <a:lvl5pPr lvl="4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5pPr>
            <a:lvl6pPr lvl="5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6pPr>
            <a:lvl7pPr lvl="6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7pPr>
            <a:lvl8pPr lvl="7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8pPr>
            <a:lvl9pPr lvl="8" algn="ctr">
              <a:spcBef>
                <a:spcPts val="0"/>
              </a:spcBef>
              <a:spcAft>
                <a:spcPts val="0"/>
              </a:spcAft>
              <a:buSzPts val="6677"/>
              <a:buNone/>
              <a:defRPr sz="6676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15600" y="3358963"/>
            <a:ext cx="11360700" cy="9393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415600" y="2549156"/>
            <a:ext cx="11360700" cy="9978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1pPr>
            <a:lvl2pPr lvl="1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2pPr>
            <a:lvl3pPr lvl="2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3pPr>
            <a:lvl4pPr lvl="3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4pPr>
            <a:lvl5pPr lvl="4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5pPr>
            <a:lvl6pPr lvl="5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6pPr>
            <a:lvl7pPr lvl="6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7pPr>
            <a:lvl8pPr lvl="7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8pPr>
            <a:lvl9pPr lvl="8" algn="ctr">
              <a:spcBef>
                <a:spcPts val="0"/>
              </a:spcBef>
              <a:spcAft>
                <a:spcPts val="0"/>
              </a:spcAft>
              <a:buSzPts val="4622"/>
              <a:buNone/>
              <a:defRPr sz="4622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15600" y="1365896"/>
            <a:ext cx="11360700" cy="40491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75355" lvl="0" marL="457200">
              <a:spcBef>
                <a:spcPts val="0"/>
              </a:spcBef>
              <a:spcAft>
                <a:spcPts val="0"/>
              </a:spcAft>
              <a:buSzPts val="2311"/>
              <a:buChar char="●"/>
              <a:defRPr sz="2311"/>
            </a:lvl1pPr>
            <a:lvl2pPr indent="-342743" lvl="1" marL="9144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2pPr>
            <a:lvl3pPr indent="-342743" lvl="2" marL="13716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3pPr>
            <a:lvl4pPr indent="-342743" lvl="3" marL="18288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4pPr>
            <a:lvl5pPr indent="-342743" lvl="4" marL="22860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5pPr>
            <a:lvl6pPr indent="-342743" lvl="5" marL="27432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6pPr>
            <a:lvl7pPr indent="-342743" lvl="6" marL="32004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7pPr>
            <a:lvl8pPr indent="-342743" lvl="7" marL="36576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8pPr>
            <a:lvl9pPr indent="-342743" lvl="8" marL="41148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415600" y="1365896"/>
            <a:ext cx="5333100" cy="40491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42743" lvl="0" marL="4572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1pPr>
            <a:lvl2pPr indent="-326437" lvl="1" marL="9144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2pPr>
            <a:lvl3pPr indent="-326436" lvl="2" marL="13716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3pPr>
            <a:lvl4pPr indent="-326436" lvl="3" marL="18288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4pPr>
            <a:lvl5pPr indent="-326437" lvl="4" marL="22860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5pPr>
            <a:lvl6pPr indent="-326437" lvl="5" marL="27432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6pPr>
            <a:lvl7pPr indent="-326437" lvl="6" marL="32004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7pPr>
            <a:lvl8pPr indent="-326437" lvl="7" marL="36576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8pPr>
            <a:lvl9pPr indent="-326437" lvl="8" marL="41148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6443200" y="1365896"/>
            <a:ext cx="5333100" cy="40491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42743" lvl="0" marL="4572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1pPr>
            <a:lvl2pPr indent="-326437" lvl="1" marL="9144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2pPr>
            <a:lvl3pPr indent="-326436" lvl="2" marL="13716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3pPr>
            <a:lvl4pPr indent="-326436" lvl="3" marL="18288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4pPr>
            <a:lvl5pPr indent="-326437" lvl="4" marL="22860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5pPr>
            <a:lvl6pPr indent="-326437" lvl="5" marL="27432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6pPr>
            <a:lvl7pPr indent="-326437" lvl="6" marL="32004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7pPr>
            <a:lvl8pPr indent="-326437" lvl="7" marL="36576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8pPr>
            <a:lvl9pPr indent="-326437" lvl="8" marL="41148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1pPr>
            <a:lvl2pPr lvl="1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2pPr>
            <a:lvl3pPr lvl="2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3pPr>
            <a:lvl4pPr lvl="3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4pPr>
            <a:lvl5pPr lvl="4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5pPr>
            <a:lvl6pPr lvl="5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6pPr>
            <a:lvl7pPr lvl="6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7pPr>
            <a:lvl8pPr lvl="7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8pPr>
            <a:lvl9pPr lvl="8">
              <a:spcBef>
                <a:spcPts val="0"/>
              </a:spcBef>
              <a:spcAft>
                <a:spcPts val="0"/>
              </a:spcAft>
              <a:buSzPts val="3595"/>
              <a:buNone/>
              <a:defRPr sz="3595"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15600" y="658489"/>
            <a:ext cx="3744000" cy="8955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1pPr>
            <a:lvl2pPr lvl="1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2pPr>
            <a:lvl3pPr lvl="2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3pPr>
            <a:lvl4pPr lvl="3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4pPr>
            <a:lvl5pPr lvl="4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5pPr>
            <a:lvl6pPr lvl="5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6pPr>
            <a:lvl7pPr lvl="6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7pPr>
            <a:lvl8pPr lvl="7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8pPr>
            <a:lvl9pPr lvl="8">
              <a:spcBef>
                <a:spcPts val="0"/>
              </a:spcBef>
              <a:spcAft>
                <a:spcPts val="0"/>
              </a:spcAft>
              <a:buSzPts val="3081"/>
              <a:buNone/>
              <a:defRPr sz="3081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15600" y="1646933"/>
            <a:ext cx="3744000" cy="37683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26437" lvl="0" marL="4572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1pPr>
            <a:lvl2pPr indent="-326437" lvl="1" marL="9144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2pPr>
            <a:lvl3pPr indent="-326436" lvl="2" marL="13716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3pPr>
            <a:lvl4pPr indent="-326436" lvl="3" marL="18288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4pPr>
            <a:lvl5pPr indent="-326437" lvl="4" marL="22860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5pPr>
            <a:lvl6pPr indent="-326437" lvl="5" marL="27432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6pPr>
            <a:lvl7pPr indent="-326437" lvl="6" marL="3200400">
              <a:spcBef>
                <a:spcPts val="0"/>
              </a:spcBef>
              <a:spcAft>
                <a:spcPts val="0"/>
              </a:spcAft>
              <a:buSzPts val="1541"/>
              <a:buChar char="●"/>
              <a:defRPr sz="1540"/>
            </a:lvl7pPr>
            <a:lvl8pPr indent="-326437" lvl="7" marL="3657600">
              <a:spcBef>
                <a:spcPts val="0"/>
              </a:spcBef>
              <a:spcAft>
                <a:spcPts val="0"/>
              </a:spcAft>
              <a:buSzPts val="1541"/>
              <a:buChar char="○"/>
              <a:defRPr sz="1540"/>
            </a:lvl8pPr>
            <a:lvl9pPr indent="-326437" lvl="8" marL="4114800">
              <a:spcBef>
                <a:spcPts val="0"/>
              </a:spcBef>
              <a:spcAft>
                <a:spcPts val="0"/>
              </a:spcAft>
              <a:buSzPts val="1541"/>
              <a:buChar char="■"/>
              <a:defRPr sz="154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653667" y="533511"/>
            <a:ext cx="8490300" cy="48483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1pPr>
            <a:lvl2pPr lvl="1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2pPr>
            <a:lvl3pPr lvl="2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3pPr>
            <a:lvl4pPr lvl="3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4pPr>
            <a:lvl5pPr lvl="4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5pPr>
            <a:lvl6pPr lvl="5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6pPr>
            <a:lvl7pPr lvl="6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7pPr>
            <a:lvl8pPr lvl="7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8pPr>
            <a:lvl9pPr lvl="8">
              <a:spcBef>
                <a:spcPts val="0"/>
              </a:spcBef>
              <a:spcAft>
                <a:spcPts val="0"/>
              </a:spcAft>
              <a:buSzPts val="6163"/>
              <a:buNone/>
              <a:defRPr sz="6162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48"/>
            <a:ext cx="6096000" cy="609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17375" lIns="117375" spcFirstLastPara="1" rIns="117375" wrap="square" tIns="117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354000" y="1461541"/>
            <a:ext cx="5393700" cy="17568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1pPr>
            <a:lvl2pPr lvl="1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2pPr>
            <a:lvl3pPr lvl="2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3pPr>
            <a:lvl4pPr lvl="3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4pPr>
            <a:lvl5pPr lvl="4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5pPr>
            <a:lvl6pPr lvl="5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6pPr>
            <a:lvl7pPr lvl="6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7pPr>
            <a:lvl8pPr lvl="7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8pPr>
            <a:lvl9pPr lvl="8" algn="ctr">
              <a:spcBef>
                <a:spcPts val="0"/>
              </a:spcBef>
              <a:spcAft>
                <a:spcPts val="0"/>
              </a:spcAft>
              <a:buSzPts val="5393"/>
              <a:buNone/>
              <a:defRPr sz="5392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354000" y="3322163"/>
            <a:ext cx="5393700" cy="14637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96"/>
              <a:buNone/>
              <a:defRPr sz="2696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6586000" y="858163"/>
            <a:ext cx="5115900" cy="43794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indent="-375355" lvl="0" marL="457200">
              <a:spcBef>
                <a:spcPts val="0"/>
              </a:spcBef>
              <a:spcAft>
                <a:spcPts val="0"/>
              </a:spcAft>
              <a:buSzPts val="2311"/>
              <a:buChar char="●"/>
              <a:defRPr sz="2311"/>
            </a:lvl1pPr>
            <a:lvl2pPr indent="-342743" lvl="1" marL="9144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2pPr>
            <a:lvl3pPr indent="-342743" lvl="2" marL="13716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3pPr>
            <a:lvl4pPr indent="-342743" lvl="3" marL="18288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4pPr>
            <a:lvl5pPr indent="-342743" lvl="4" marL="22860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5pPr>
            <a:lvl6pPr indent="-342743" lvl="5" marL="27432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6pPr>
            <a:lvl7pPr indent="-342743" lvl="6" marL="3200400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7pPr>
            <a:lvl8pPr indent="-342743" lvl="7" marL="3657600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8pPr>
            <a:lvl9pPr indent="-342743" lvl="8" marL="4114800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15600" y="5014015"/>
            <a:ext cx="7998300" cy="7173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11"/>
              <a:buNone/>
              <a:defRPr sz="2311"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415600" y="1310963"/>
            <a:ext cx="11360700" cy="2327100"/>
          </a:xfrm>
          <a:prstGeom prst="rect">
            <a:avLst/>
          </a:prstGeom>
        </p:spPr>
        <p:txBody>
          <a:bodyPr anchorCtr="0" anchor="b" bIns="117375" lIns="117375" spcFirstLastPara="1" rIns="117375" wrap="square" tIns="1173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1pPr>
            <a:lvl2pPr lvl="1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2pPr>
            <a:lvl3pPr lvl="2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3pPr>
            <a:lvl4pPr lvl="3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4pPr>
            <a:lvl5pPr lvl="4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5pPr>
            <a:lvl6pPr lvl="5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6pPr>
            <a:lvl7pPr lvl="6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7pPr>
            <a:lvl8pPr lvl="7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8pPr>
            <a:lvl9pPr lvl="8" algn="ctr">
              <a:spcBef>
                <a:spcPts val="0"/>
              </a:spcBef>
              <a:spcAft>
                <a:spcPts val="0"/>
              </a:spcAft>
              <a:buSzPts val="15407"/>
              <a:buNone/>
              <a:defRPr sz="15407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415600" y="3735970"/>
            <a:ext cx="11360700" cy="1541700"/>
          </a:xfrm>
          <a:prstGeom prst="rect">
            <a:avLst/>
          </a:prstGeom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75355" lvl="0" marL="457200" algn="ctr">
              <a:spcBef>
                <a:spcPts val="0"/>
              </a:spcBef>
              <a:spcAft>
                <a:spcPts val="0"/>
              </a:spcAft>
              <a:buSzPts val="2311"/>
              <a:buChar char="●"/>
              <a:defRPr sz="2311"/>
            </a:lvl1pPr>
            <a:lvl2pPr indent="-342743" lvl="1" marL="914400" algn="ctr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2pPr>
            <a:lvl3pPr indent="-342743" lvl="2" marL="1371600" algn="ctr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3pPr>
            <a:lvl4pPr indent="-342743" lvl="3" marL="1828800" algn="ctr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4pPr>
            <a:lvl5pPr indent="-342743" lvl="4" marL="2286000" algn="ctr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5pPr>
            <a:lvl6pPr indent="-342743" lvl="5" marL="2743200" algn="ctr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6pPr>
            <a:lvl7pPr indent="-342743" lvl="6" marL="3200400" algn="ctr">
              <a:spcBef>
                <a:spcPts val="0"/>
              </a:spcBef>
              <a:spcAft>
                <a:spcPts val="0"/>
              </a:spcAft>
              <a:buSzPts val="1798"/>
              <a:buChar char="●"/>
              <a:defRPr sz="1797"/>
            </a:lvl7pPr>
            <a:lvl8pPr indent="-342743" lvl="7" marL="3657600" algn="ctr">
              <a:spcBef>
                <a:spcPts val="0"/>
              </a:spcBef>
              <a:spcAft>
                <a:spcPts val="0"/>
              </a:spcAft>
              <a:buSzPts val="1798"/>
              <a:buChar char="○"/>
              <a:defRPr sz="1797"/>
            </a:lvl8pPr>
            <a:lvl9pPr indent="-342743" lvl="8" marL="4114800" algn="ctr">
              <a:spcBef>
                <a:spcPts val="0"/>
              </a:spcBef>
              <a:spcAft>
                <a:spcPts val="0"/>
              </a:spcAft>
              <a:buSzPts val="1798"/>
              <a:buChar char="■"/>
              <a:defRPr sz="1797"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>
              <a:buNone/>
              <a:defRPr sz="1283"/>
            </a:lvl1pPr>
            <a:lvl2pPr lvl="1">
              <a:buNone/>
              <a:defRPr sz="1283"/>
            </a:lvl2pPr>
            <a:lvl3pPr lvl="2">
              <a:buNone/>
              <a:defRPr sz="1283"/>
            </a:lvl3pPr>
            <a:lvl4pPr lvl="3">
              <a:buNone/>
              <a:defRPr sz="1283"/>
            </a:lvl4pPr>
            <a:lvl5pPr lvl="4">
              <a:buNone/>
              <a:defRPr sz="1283"/>
            </a:lvl5pPr>
            <a:lvl6pPr lvl="5">
              <a:buNone/>
              <a:defRPr sz="1283"/>
            </a:lvl6pPr>
            <a:lvl7pPr lvl="6">
              <a:buNone/>
              <a:defRPr sz="1283"/>
            </a:lvl7pPr>
            <a:lvl8pPr lvl="7">
              <a:buNone/>
              <a:defRPr sz="1283"/>
            </a:lvl8pPr>
            <a:lvl9pPr lvl="8">
              <a:buNone/>
              <a:defRPr sz="1283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600" y="527437"/>
            <a:ext cx="11360700" cy="6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117375" lIns="117375" spcFirstLastPara="1" rIns="117375" wrap="square" tIns="1173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5"/>
              <a:buNone/>
              <a:defRPr sz="3595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600" y="1365896"/>
            <a:ext cx="11360700" cy="40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117375" lIns="117375" spcFirstLastPara="1" rIns="117375" wrap="square" tIns="117375">
            <a:normAutofit/>
          </a:bodyPr>
          <a:lstStyle>
            <a:lvl1pPr indent="-375355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11"/>
              <a:buChar char="●"/>
              <a:defRPr sz="2311">
                <a:solidFill>
                  <a:schemeClr val="dk2"/>
                </a:solidFill>
              </a:defRPr>
            </a:lvl1pPr>
            <a:lvl2pPr indent="-342743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○"/>
              <a:defRPr sz="1797">
                <a:solidFill>
                  <a:schemeClr val="dk2"/>
                </a:solidFill>
              </a:defRPr>
            </a:lvl2pPr>
            <a:lvl3pPr indent="-342743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■"/>
              <a:defRPr sz="1797">
                <a:solidFill>
                  <a:schemeClr val="dk2"/>
                </a:solidFill>
              </a:defRPr>
            </a:lvl3pPr>
            <a:lvl4pPr indent="-342743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●"/>
              <a:defRPr sz="1797">
                <a:solidFill>
                  <a:schemeClr val="dk2"/>
                </a:solidFill>
              </a:defRPr>
            </a:lvl4pPr>
            <a:lvl5pPr indent="-342743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○"/>
              <a:defRPr sz="1797">
                <a:solidFill>
                  <a:schemeClr val="dk2"/>
                </a:solidFill>
              </a:defRPr>
            </a:lvl5pPr>
            <a:lvl6pPr indent="-342743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■"/>
              <a:defRPr sz="1797">
                <a:solidFill>
                  <a:schemeClr val="dk2"/>
                </a:solidFill>
              </a:defRPr>
            </a:lvl6pPr>
            <a:lvl7pPr indent="-342743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●"/>
              <a:defRPr sz="1797">
                <a:solidFill>
                  <a:schemeClr val="dk2"/>
                </a:solidFill>
              </a:defRPr>
            </a:lvl7pPr>
            <a:lvl8pPr indent="-342743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○"/>
              <a:defRPr sz="1797">
                <a:solidFill>
                  <a:schemeClr val="dk2"/>
                </a:solidFill>
              </a:defRPr>
            </a:lvl8pPr>
            <a:lvl9pPr indent="-342743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98"/>
              <a:buChar char="■"/>
              <a:defRPr sz="1797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610" y="5526775"/>
            <a:ext cx="731700" cy="46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17375" lIns="117375" spcFirstLastPara="1" rIns="117375" wrap="square" tIns="117375">
            <a:normAutofit/>
          </a:bodyPr>
          <a:lstStyle>
            <a:lvl1pPr lvl="0" algn="r">
              <a:buNone/>
              <a:defRPr sz="1283">
                <a:solidFill>
                  <a:schemeClr val="dk2"/>
                </a:solidFill>
              </a:defRPr>
            </a:lvl1pPr>
            <a:lvl2pPr lvl="1" algn="r">
              <a:buNone/>
              <a:defRPr sz="1283">
                <a:solidFill>
                  <a:schemeClr val="dk2"/>
                </a:solidFill>
              </a:defRPr>
            </a:lvl2pPr>
            <a:lvl3pPr lvl="2" algn="r">
              <a:buNone/>
              <a:defRPr sz="1283">
                <a:solidFill>
                  <a:schemeClr val="dk2"/>
                </a:solidFill>
              </a:defRPr>
            </a:lvl3pPr>
            <a:lvl4pPr lvl="3" algn="r">
              <a:buNone/>
              <a:defRPr sz="1283">
                <a:solidFill>
                  <a:schemeClr val="dk2"/>
                </a:solidFill>
              </a:defRPr>
            </a:lvl4pPr>
            <a:lvl5pPr lvl="4" algn="r">
              <a:buNone/>
              <a:defRPr sz="1283">
                <a:solidFill>
                  <a:schemeClr val="dk2"/>
                </a:solidFill>
              </a:defRPr>
            </a:lvl5pPr>
            <a:lvl6pPr lvl="5" algn="r">
              <a:buNone/>
              <a:defRPr sz="1283">
                <a:solidFill>
                  <a:schemeClr val="dk2"/>
                </a:solidFill>
              </a:defRPr>
            </a:lvl6pPr>
            <a:lvl7pPr lvl="6" algn="r">
              <a:buNone/>
              <a:defRPr sz="1283">
                <a:solidFill>
                  <a:schemeClr val="dk2"/>
                </a:solidFill>
              </a:defRPr>
            </a:lvl7pPr>
            <a:lvl8pPr lvl="7" algn="r">
              <a:buNone/>
              <a:defRPr sz="1283">
                <a:solidFill>
                  <a:schemeClr val="dk2"/>
                </a:solidFill>
              </a:defRPr>
            </a:lvl8pPr>
            <a:lvl9pPr lvl="8" algn="r">
              <a:buNone/>
              <a:defRPr sz="1283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12192000" cy="6096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/>
          <p:nvPr/>
        </p:nvSpPr>
        <p:spPr>
          <a:xfrm>
            <a:off x="752100" y="748350"/>
            <a:ext cx="10687800" cy="4599300"/>
          </a:xfrm>
          <a:prstGeom prst="rect">
            <a:avLst/>
          </a:prstGeom>
          <a:solidFill>
            <a:srgbClr val="F3F3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